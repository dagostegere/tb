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8"/>
  </p:notesMasterIdLst>
  <p:sldIdLst>
    <p:sldId id="256" r:id="rId2"/>
    <p:sldId id="272" r:id="rId3"/>
    <p:sldId id="268" r:id="rId4"/>
    <p:sldId id="26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1" r:id="rId14"/>
    <p:sldId id="267" r:id="rId15"/>
    <p:sldId id="266" r:id="rId16"/>
    <p:sldId id="273" r:id="rId17"/>
    <p:sldId id="276" r:id="rId18"/>
    <p:sldId id="275" r:id="rId19"/>
    <p:sldId id="278" r:id="rId20"/>
    <p:sldId id="279" r:id="rId21"/>
    <p:sldId id="283" r:id="rId22"/>
    <p:sldId id="277" r:id="rId23"/>
    <p:sldId id="284" r:id="rId24"/>
    <p:sldId id="280" r:id="rId25"/>
    <p:sldId id="281" r:id="rId26"/>
    <p:sldId id="285" r:id="rId27"/>
    <p:sldId id="286" r:id="rId28"/>
    <p:sldId id="282" r:id="rId29"/>
    <p:sldId id="287" r:id="rId30"/>
    <p:sldId id="289" r:id="rId31"/>
    <p:sldId id="288" r:id="rId32"/>
    <p:sldId id="291" r:id="rId33"/>
    <p:sldId id="290" r:id="rId34"/>
    <p:sldId id="293" r:id="rId35"/>
    <p:sldId id="292" r:id="rId36"/>
    <p:sldId id="27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5" r:id="rId47"/>
    <p:sldId id="306" r:id="rId48"/>
    <p:sldId id="307" r:id="rId49"/>
    <p:sldId id="308" r:id="rId50"/>
    <p:sldId id="309" r:id="rId51"/>
    <p:sldId id="304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4" r:id="rId66"/>
    <p:sldId id="326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1" r:id="rId101"/>
    <p:sldId id="362" r:id="rId102"/>
    <p:sldId id="363" r:id="rId103"/>
    <p:sldId id="367" r:id="rId104"/>
    <p:sldId id="364" r:id="rId105"/>
    <p:sldId id="365" r:id="rId106"/>
    <p:sldId id="366" r:id="rId1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4" Type="http://schemas.openxmlformats.org/officeDocument/2006/relationships/image" Target="../media/image67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4" Type="http://schemas.openxmlformats.org/officeDocument/2006/relationships/image" Target="../media/image7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4" Type="http://schemas.openxmlformats.org/officeDocument/2006/relationships/image" Target="../media/image83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87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95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4" Type="http://schemas.openxmlformats.org/officeDocument/2006/relationships/image" Target="../media/image108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svg"/><Relationship Id="rId1" Type="http://schemas.openxmlformats.org/officeDocument/2006/relationships/image" Target="../media/image68.png"/><Relationship Id="rId4" Type="http://schemas.openxmlformats.org/officeDocument/2006/relationships/image" Target="../media/image111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svg"/><Relationship Id="rId1" Type="http://schemas.openxmlformats.org/officeDocument/2006/relationships/image" Target="../media/image115.png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18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svg"/><Relationship Id="rId1" Type="http://schemas.openxmlformats.org/officeDocument/2006/relationships/image" Target="../media/image124.png"/><Relationship Id="rId4" Type="http://schemas.openxmlformats.org/officeDocument/2006/relationships/image" Target="../media/image127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Relationship Id="rId4" Type="http://schemas.openxmlformats.org/officeDocument/2006/relationships/image" Target="../media/image1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4" Type="http://schemas.openxmlformats.org/officeDocument/2006/relationships/image" Target="../media/image67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4" Type="http://schemas.openxmlformats.org/officeDocument/2006/relationships/image" Target="../media/image7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4" Type="http://schemas.openxmlformats.org/officeDocument/2006/relationships/image" Target="../media/image83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87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95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4" Type="http://schemas.openxmlformats.org/officeDocument/2006/relationships/image" Target="../media/image108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svg"/><Relationship Id="rId1" Type="http://schemas.openxmlformats.org/officeDocument/2006/relationships/image" Target="../media/image68.png"/><Relationship Id="rId4" Type="http://schemas.openxmlformats.org/officeDocument/2006/relationships/image" Target="../media/image111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svg"/><Relationship Id="rId1" Type="http://schemas.openxmlformats.org/officeDocument/2006/relationships/image" Target="../media/image115.png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18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svg"/><Relationship Id="rId1" Type="http://schemas.openxmlformats.org/officeDocument/2006/relationships/image" Target="../media/image124.png"/><Relationship Id="rId4" Type="http://schemas.openxmlformats.org/officeDocument/2006/relationships/image" Target="../media/image127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Relationship Id="rId4" Type="http://schemas.openxmlformats.org/officeDocument/2006/relationships/image" Target="../media/image1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1B17ED-5CB0-40A7-B837-D93FD49DF07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6FE83F-58ED-4FDD-9FD9-A73B9F7CE9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High-level blueprint</a:t>
          </a:r>
          <a:r>
            <a:rPr lang="en-US"/>
            <a:t> of a software system.</a:t>
          </a:r>
        </a:p>
      </dgm:t>
    </dgm:pt>
    <dgm:pt modelId="{372CA558-4B14-461E-B59F-DC9B1A79791E}" type="parTrans" cxnId="{936558A2-9FA4-4FC6-AB76-479CD3DCB975}">
      <dgm:prSet/>
      <dgm:spPr/>
      <dgm:t>
        <a:bodyPr/>
        <a:lstStyle/>
        <a:p>
          <a:endParaRPr lang="en-US"/>
        </a:p>
      </dgm:t>
    </dgm:pt>
    <dgm:pt modelId="{6398C766-97AB-403A-91A5-303F9E5C1564}" type="sibTrans" cxnId="{936558A2-9FA4-4FC6-AB76-479CD3DCB97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5F4DE4-2AB7-4F37-A6DB-6B05D5E05C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Describes the </a:t>
          </a:r>
          <a:r>
            <a:rPr lang="en-US" b="1" dirty="0"/>
            <a:t>structure of components</a:t>
          </a:r>
          <a:r>
            <a:rPr lang="en-US" dirty="0"/>
            <a:t>, how they interact, and the guiding </a:t>
          </a:r>
          <a:r>
            <a:rPr lang="en-US" b="1" dirty="0"/>
            <a:t>principles and decisions</a:t>
          </a:r>
          <a:r>
            <a:rPr lang="en-US" dirty="0"/>
            <a:t>.</a:t>
          </a:r>
        </a:p>
      </dgm:t>
    </dgm:pt>
    <dgm:pt modelId="{86D4687F-B439-4FF7-9136-02A6D3FE25FA}" type="parTrans" cxnId="{EF3CE6EC-1FFB-4BD8-AC20-66A5E4DED3DB}">
      <dgm:prSet/>
      <dgm:spPr/>
      <dgm:t>
        <a:bodyPr/>
        <a:lstStyle/>
        <a:p>
          <a:endParaRPr lang="en-US"/>
        </a:p>
      </dgm:t>
    </dgm:pt>
    <dgm:pt modelId="{D08C86E7-B497-4681-9DA5-FD2448C5EE25}" type="sibTrans" cxnId="{EF3CE6EC-1FFB-4BD8-AC20-66A5E4DED3D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C00E9D-61E7-403F-AB10-04D873D1D8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Often compared to the </a:t>
          </a:r>
          <a:r>
            <a:rPr lang="en-US" b="1"/>
            <a:t>blueprints of a building</a:t>
          </a:r>
          <a:r>
            <a:rPr lang="en-US"/>
            <a:t>: it doesn’t describe every detail, but it sets constraints and direction.</a:t>
          </a:r>
        </a:p>
      </dgm:t>
    </dgm:pt>
    <dgm:pt modelId="{D97FD114-1DE9-45B1-9A3E-345D515F3A40}" type="parTrans" cxnId="{0045CD0F-40E3-42DE-A207-7B564980094B}">
      <dgm:prSet/>
      <dgm:spPr/>
      <dgm:t>
        <a:bodyPr/>
        <a:lstStyle/>
        <a:p>
          <a:endParaRPr lang="en-US"/>
        </a:p>
      </dgm:t>
    </dgm:pt>
    <dgm:pt modelId="{195FD4DE-C87A-41F8-BB13-866BC83B4D5F}" type="sibTrans" cxnId="{0045CD0F-40E3-42DE-A207-7B564980094B}">
      <dgm:prSet/>
      <dgm:spPr/>
      <dgm:t>
        <a:bodyPr/>
        <a:lstStyle/>
        <a:p>
          <a:endParaRPr lang="en-US"/>
        </a:p>
      </dgm:t>
    </dgm:pt>
    <dgm:pt modelId="{D89A44DE-EF6C-4890-B592-0C6347848588}" type="pres">
      <dgm:prSet presAssocID="{9D1B17ED-5CB0-40A7-B837-D93FD49DF07E}" presName="root" presStyleCnt="0">
        <dgm:presLayoutVars>
          <dgm:dir/>
          <dgm:resizeHandles val="exact"/>
        </dgm:presLayoutVars>
      </dgm:prSet>
      <dgm:spPr/>
    </dgm:pt>
    <dgm:pt modelId="{81319FD9-66D7-4E1E-B3E5-34692FDD8D1F}" type="pres">
      <dgm:prSet presAssocID="{3B6FE83F-58ED-4FDD-9FD9-A73B9F7CE954}" presName="compNode" presStyleCnt="0"/>
      <dgm:spPr/>
    </dgm:pt>
    <dgm:pt modelId="{56F59625-E55B-4939-8C89-9CCBA9D260F5}" type="pres">
      <dgm:prSet presAssocID="{3B6FE83F-58ED-4FDD-9FD9-A73B9F7CE954}" presName="bgRect" presStyleLbl="bgShp" presStyleIdx="0" presStyleCnt="3"/>
      <dgm:spPr/>
    </dgm:pt>
    <dgm:pt modelId="{2CE59271-9248-4639-8666-93D35CD8AD6F}" type="pres">
      <dgm:prSet presAssocID="{3B6FE83F-58ED-4FDD-9FD9-A73B9F7CE9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4ED6078-AC09-40AD-BCAE-E238D9C0C41D}" type="pres">
      <dgm:prSet presAssocID="{3B6FE83F-58ED-4FDD-9FD9-A73B9F7CE954}" presName="spaceRect" presStyleCnt="0"/>
      <dgm:spPr/>
    </dgm:pt>
    <dgm:pt modelId="{6CDD6156-2BCF-4587-871F-B98F43F9DF9B}" type="pres">
      <dgm:prSet presAssocID="{3B6FE83F-58ED-4FDD-9FD9-A73B9F7CE954}" presName="parTx" presStyleLbl="revTx" presStyleIdx="0" presStyleCnt="3">
        <dgm:presLayoutVars>
          <dgm:chMax val="0"/>
          <dgm:chPref val="0"/>
        </dgm:presLayoutVars>
      </dgm:prSet>
      <dgm:spPr/>
    </dgm:pt>
    <dgm:pt modelId="{6DC44220-BC51-45B2-A108-B920DCEBDC63}" type="pres">
      <dgm:prSet presAssocID="{6398C766-97AB-403A-91A5-303F9E5C1564}" presName="sibTrans" presStyleCnt="0"/>
      <dgm:spPr/>
    </dgm:pt>
    <dgm:pt modelId="{BE1AFA30-F720-43EE-9D98-F6C0E1969E59}" type="pres">
      <dgm:prSet presAssocID="{FD5F4DE4-2AB7-4F37-A6DB-6B05D5E05C0C}" presName="compNode" presStyleCnt="0"/>
      <dgm:spPr/>
    </dgm:pt>
    <dgm:pt modelId="{5F0409C8-77A0-4C19-BFF4-F26DB091DD3C}" type="pres">
      <dgm:prSet presAssocID="{FD5F4DE4-2AB7-4F37-A6DB-6B05D5E05C0C}" presName="bgRect" presStyleLbl="bgShp" presStyleIdx="1" presStyleCnt="3"/>
      <dgm:spPr/>
    </dgm:pt>
    <dgm:pt modelId="{9012DF15-E240-4522-96A7-4F49099CCBA2}" type="pres">
      <dgm:prSet presAssocID="{FD5F4DE4-2AB7-4F37-A6DB-6B05D5E05C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4DE3C3F-CCD7-4379-B4CA-7C20208C50DA}" type="pres">
      <dgm:prSet presAssocID="{FD5F4DE4-2AB7-4F37-A6DB-6B05D5E05C0C}" presName="spaceRect" presStyleCnt="0"/>
      <dgm:spPr/>
    </dgm:pt>
    <dgm:pt modelId="{A52F307F-B46A-4D91-8829-AABAC61553A1}" type="pres">
      <dgm:prSet presAssocID="{FD5F4DE4-2AB7-4F37-A6DB-6B05D5E05C0C}" presName="parTx" presStyleLbl="revTx" presStyleIdx="1" presStyleCnt="3">
        <dgm:presLayoutVars>
          <dgm:chMax val="0"/>
          <dgm:chPref val="0"/>
        </dgm:presLayoutVars>
      </dgm:prSet>
      <dgm:spPr/>
    </dgm:pt>
    <dgm:pt modelId="{8EB003E7-404E-4B63-A33F-9986D39C7202}" type="pres">
      <dgm:prSet presAssocID="{D08C86E7-B497-4681-9DA5-FD2448C5EE25}" presName="sibTrans" presStyleCnt="0"/>
      <dgm:spPr/>
    </dgm:pt>
    <dgm:pt modelId="{B6B28B66-820C-4D49-857F-6DF1944501DA}" type="pres">
      <dgm:prSet presAssocID="{BBC00E9D-61E7-403F-AB10-04D873D1D832}" presName="compNode" presStyleCnt="0"/>
      <dgm:spPr/>
    </dgm:pt>
    <dgm:pt modelId="{40BD8C59-DA21-45FB-9FF7-5D4DA809BCD0}" type="pres">
      <dgm:prSet presAssocID="{BBC00E9D-61E7-403F-AB10-04D873D1D832}" presName="bgRect" presStyleLbl="bgShp" presStyleIdx="2" presStyleCnt="3"/>
      <dgm:spPr/>
    </dgm:pt>
    <dgm:pt modelId="{F61AD583-EF3F-4EFE-8CC3-5CB13BF653D7}" type="pres">
      <dgm:prSet presAssocID="{BBC00E9D-61E7-403F-AB10-04D873D1D8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863247A0-AB8E-4716-8CB4-D6BD8D447013}" type="pres">
      <dgm:prSet presAssocID="{BBC00E9D-61E7-403F-AB10-04D873D1D832}" presName="spaceRect" presStyleCnt="0"/>
      <dgm:spPr/>
    </dgm:pt>
    <dgm:pt modelId="{D8D5F52C-5148-46B0-9520-BF005DEBDC1F}" type="pres">
      <dgm:prSet presAssocID="{BBC00E9D-61E7-403F-AB10-04D873D1D83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045CD0F-40E3-42DE-A207-7B564980094B}" srcId="{9D1B17ED-5CB0-40A7-B837-D93FD49DF07E}" destId="{BBC00E9D-61E7-403F-AB10-04D873D1D832}" srcOrd="2" destOrd="0" parTransId="{D97FD114-1DE9-45B1-9A3E-345D515F3A40}" sibTransId="{195FD4DE-C87A-41F8-BB13-866BC83B4D5F}"/>
    <dgm:cxn modelId="{18703E21-B53B-44C3-81BF-11B3E4D64480}" type="presOf" srcId="{9D1B17ED-5CB0-40A7-B837-D93FD49DF07E}" destId="{D89A44DE-EF6C-4890-B592-0C6347848588}" srcOrd="0" destOrd="0" presId="urn:microsoft.com/office/officeart/2018/2/layout/IconVerticalSolidList"/>
    <dgm:cxn modelId="{F6BF9254-C587-4463-97D8-59B351B63190}" type="presOf" srcId="{FD5F4DE4-2AB7-4F37-A6DB-6B05D5E05C0C}" destId="{A52F307F-B46A-4D91-8829-AABAC61553A1}" srcOrd="0" destOrd="0" presId="urn:microsoft.com/office/officeart/2018/2/layout/IconVerticalSolidList"/>
    <dgm:cxn modelId="{48B4E37B-3544-40C9-A3F0-C968B59ECF94}" type="presOf" srcId="{3B6FE83F-58ED-4FDD-9FD9-A73B9F7CE954}" destId="{6CDD6156-2BCF-4587-871F-B98F43F9DF9B}" srcOrd="0" destOrd="0" presId="urn:microsoft.com/office/officeart/2018/2/layout/IconVerticalSolidList"/>
    <dgm:cxn modelId="{936558A2-9FA4-4FC6-AB76-479CD3DCB975}" srcId="{9D1B17ED-5CB0-40A7-B837-D93FD49DF07E}" destId="{3B6FE83F-58ED-4FDD-9FD9-A73B9F7CE954}" srcOrd="0" destOrd="0" parTransId="{372CA558-4B14-461E-B59F-DC9B1A79791E}" sibTransId="{6398C766-97AB-403A-91A5-303F9E5C1564}"/>
    <dgm:cxn modelId="{79BC74BA-FB17-4558-A8E0-DF68F51D350D}" type="presOf" srcId="{BBC00E9D-61E7-403F-AB10-04D873D1D832}" destId="{D8D5F52C-5148-46B0-9520-BF005DEBDC1F}" srcOrd="0" destOrd="0" presId="urn:microsoft.com/office/officeart/2018/2/layout/IconVerticalSolidList"/>
    <dgm:cxn modelId="{EF3CE6EC-1FFB-4BD8-AC20-66A5E4DED3DB}" srcId="{9D1B17ED-5CB0-40A7-B837-D93FD49DF07E}" destId="{FD5F4DE4-2AB7-4F37-A6DB-6B05D5E05C0C}" srcOrd="1" destOrd="0" parTransId="{86D4687F-B439-4FF7-9136-02A6D3FE25FA}" sibTransId="{D08C86E7-B497-4681-9DA5-FD2448C5EE25}"/>
    <dgm:cxn modelId="{950E6617-ECF5-45D3-ADC4-6C4B6A91C6CC}" type="presParOf" srcId="{D89A44DE-EF6C-4890-B592-0C6347848588}" destId="{81319FD9-66D7-4E1E-B3E5-34692FDD8D1F}" srcOrd="0" destOrd="0" presId="urn:microsoft.com/office/officeart/2018/2/layout/IconVerticalSolidList"/>
    <dgm:cxn modelId="{6B391999-6FF1-45BD-B2BE-400EB22AEB00}" type="presParOf" srcId="{81319FD9-66D7-4E1E-B3E5-34692FDD8D1F}" destId="{56F59625-E55B-4939-8C89-9CCBA9D260F5}" srcOrd="0" destOrd="0" presId="urn:microsoft.com/office/officeart/2018/2/layout/IconVerticalSolidList"/>
    <dgm:cxn modelId="{91F9A5D2-070D-43C7-B273-8312F8339DD9}" type="presParOf" srcId="{81319FD9-66D7-4E1E-B3E5-34692FDD8D1F}" destId="{2CE59271-9248-4639-8666-93D35CD8AD6F}" srcOrd="1" destOrd="0" presId="urn:microsoft.com/office/officeart/2018/2/layout/IconVerticalSolidList"/>
    <dgm:cxn modelId="{CD84950B-6C72-4578-870A-7D24092F647D}" type="presParOf" srcId="{81319FD9-66D7-4E1E-B3E5-34692FDD8D1F}" destId="{94ED6078-AC09-40AD-BCAE-E238D9C0C41D}" srcOrd="2" destOrd="0" presId="urn:microsoft.com/office/officeart/2018/2/layout/IconVerticalSolidList"/>
    <dgm:cxn modelId="{AF0B2E71-B4F2-4DD5-A618-EFDA91CD9F36}" type="presParOf" srcId="{81319FD9-66D7-4E1E-B3E5-34692FDD8D1F}" destId="{6CDD6156-2BCF-4587-871F-B98F43F9DF9B}" srcOrd="3" destOrd="0" presId="urn:microsoft.com/office/officeart/2018/2/layout/IconVerticalSolidList"/>
    <dgm:cxn modelId="{26129CFD-27C1-48E7-B87E-C16CE23974F1}" type="presParOf" srcId="{D89A44DE-EF6C-4890-B592-0C6347848588}" destId="{6DC44220-BC51-45B2-A108-B920DCEBDC63}" srcOrd="1" destOrd="0" presId="urn:microsoft.com/office/officeart/2018/2/layout/IconVerticalSolidList"/>
    <dgm:cxn modelId="{8C6BCC89-6440-4B47-97EA-6F8E589538C1}" type="presParOf" srcId="{D89A44DE-EF6C-4890-B592-0C6347848588}" destId="{BE1AFA30-F720-43EE-9D98-F6C0E1969E59}" srcOrd="2" destOrd="0" presId="urn:microsoft.com/office/officeart/2018/2/layout/IconVerticalSolidList"/>
    <dgm:cxn modelId="{4CDD4A8E-6F29-41BA-B2FD-26C0B4F62033}" type="presParOf" srcId="{BE1AFA30-F720-43EE-9D98-F6C0E1969E59}" destId="{5F0409C8-77A0-4C19-BFF4-F26DB091DD3C}" srcOrd="0" destOrd="0" presId="urn:microsoft.com/office/officeart/2018/2/layout/IconVerticalSolidList"/>
    <dgm:cxn modelId="{D8129649-B283-47CA-A4E4-C477C73588BB}" type="presParOf" srcId="{BE1AFA30-F720-43EE-9D98-F6C0E1969E59}" destId="{9012DF15-E240-4522-96A7-4F49099CCBA2}" srcOrd="1" destOrd="0" presId="urn:microsoft.com/office/officeart/2018/2/layout/IconVerticalSolidList"/>
    <dgm:cxn modelId="{0A15BCA7-85C1-4F8C-99B5-9E9F64210E38}" type="presParOf" srcId="{BE1AFA30-F720-43EE-9D98-F6C0E1969E59}" destId="{14DE3C3F-CCD7-4379-B4CA-7C20208C50DA}" srcOrd="2" destOrd="0" presId="urn:microsoft.com/office/officeart/2018/2/layout/IconVerticalSolidList"/>
    <dgm:cxn modelId="{8EDC512B-7F77-4F4C-A078-BBEA42D82BE9}" type="presParOf" srcId="{BE1AFA30-F720-43EE-9D98-F6C0E1969E59}" destId="{A52F307F-B46A-4D91-8829-AABAC61553A1}" srcOrd="3" destOrd="0" presId="urn:microsoft.com/office/officeart/2018/2/layout/IconVerticalSolidList"/>
    <dgm:cxn modelId="{DB6C62E7-C1FD-44C5-AB11-38F3CD9EDCF9}" type="presParOf" srcId="{D89A44DE-EF6C-4890-B592-0C6347848588}" destId="{8EB003E7-404E-4B63-A33F-9986D39C7202}" srcOrd="3" destOrd="0" presId="urn:microsoft.com/office/officeart/2018/2/layout/IconVerticalSolidList"/>
    <dgm:cxn modelId="{03FC701B-A45C-465C-9011-03CC818A7B2C}" type="presParOf" srcId="{D89A44DE-EF6C-4890-B592-0C6347848588}" destId="{B6B28B66-820C-4D49-857F-6DF1944501DA}" srcOrd="4" destOrd="0" presId="urn:microsoft.com/office/officeart/2018/2/layout/IconVerticalSolidList"/>
    <dgm:cxn modelId="{3F283457-2968-4107-8A87-A94E2024FCDD}" type="presParOf" srcId="{B6B28B66-820C-4D49-857F-6DF1944501DA}" destId="{40BD8C59-DA21-45FB-9FF7-5D4DA809BCD0}" srcOrd="0" destOrd="0" presId="urn:microsoft.com/office/officeart/2018/2/layout/IconVerticalSolidList"/>
    <dgm:cxn modelId="{F2973B96-D594-4B3C-A80C-5267B50020CA}" type="presParOf" srcId="{B6B28B66-820C-4D49-857F-6DF1944501DA}" destId="{F61AD583-EF3F-4EFE-8CC3-5CB13BF653D7}" srcOrd="1" destOrd="0" presId="urn:microsoft.com/office/officeart/2018/2/layout/IconVerticalSolidList"/>
    <dgm:cxn modelId="{875A563E-4D87-4EBA-A88B-C55A611799E4}" type="presParOf" srcId="{B6B28B66-820C-4D49-857F-6DF1944501DA}" destId="{863247A0-AB8E-4716-8CB4-D6BD8D447013}" srcOrd="2" destOrd="0" presId="urn:microsoft.com/office/officeart/2018/2/layout/IconVerticalSolidList"/>
    <dgm:cxn modelId="{4C5C64EF-BDFD-4131-9CC1-2A06949AE8B3}" type="presParOf" srcId="{B6B28B66-820C-4D49-857F-6DF1944501DA}" destId="{D8D5F52C-5148-46B0-9520-BF005DEBDC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145768-7034-4290-8D91-34EA8D1312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4CBF5E3-0F1A-45D5-9C9B-D53D2F6152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Traditional architectures often focused on </a:t>
          </a:r>
          <a:r>
            <a:rPr lang="en-US" b="1" i="0" baseline="0" dirty="0"/>
            <a:t>monolithic</a:t>
          </a:r>
          <a:r>
            <a:rPr lang="en-US" b="0" i="0" baseline="0" dirty="0"/>
            <a:t> or </a:t>
          </a:r>
          <a:r>
            <a:rPr lang="en-US" b="1" i="0" baseline="0" dirty="0"/>
            <a:t>tightly coupled systems</a:t>
          </a:r>
          <a:r>
            <a:rPr lang="en-US" b="0" i="0" baseline="0" dirty="0"/>
            <a:t>.</a:t>
          </a:r>
          <a:endParaRPr lang="en-US" dirty="0"/>
        </a:p>
      </dgm:t>
    </dgm:pt>
    <dgm:pt modelId="{0AF8DF89-CF5E-4C07-AEB7-35FC4FA85D80}" type="parTrans" cxnId="{061F97CA-C99E-4333-8710-F0352E8FC7BB}">
      <dgm:prSet/>
      <dgm:spPr/>
      <dgm:t>
        <a:bodyPr/>
        <a:lstStyle/>
        <a:p>
          <a:endParaRPr lang="en-US"/>
        </a:p>
      </dgm:t>
    </dgm:pt>
    <dgm:pt modelId="{E8D21E38-0E6E-4E2B-9E7F-BB6C909B7A7E}" type="sibTrans" cxnId="{061F97CA-C99E-4333-8710-F0352E8FC7BB}">
      <dgm:prSet/>
      <dgm:spPr/>
      <dgm:t>
        <a:bodyPr/>
        <a:lstStyle/>
        <a:p>
          <a:endParaRPr lang="en-US"/>
        </a:p>
      </dgm:t>
    </dgm:pt>
    <dgm:pt modelId="{37C110C3-306E-4D27-8C2E-8D44315892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As systems grew more </a:t>
          </a:r>
          <a:r>
            <a:rPr lang="en-US" b="1" i="0" baseline="0" dirty="0"/>
            <a:t>complex and distributed</a:t>
          </a:r>
          <a:r>
            <a:rPr lang="en-US" b="0" i="0" baseline="0" dirty="0"/>
            <a:t>, a new approach was needed.</a:t>
          </a:r>
          <a:endParaRPr lang="en-US" dirty="0"/>
        </a:p>
      </dgm:t>
    </dgm:pt>
    <dgm:pt modelId="{0E7A1F6E-07D4-499D-9900-65AA6FCC7659}" type="parTrans" cxnId="{9F39C1E2-D5B8-4083-9F6C-CF1289D2D3C6}">
      <dgm:prSet/>
      <dgm:spPr/>
      <dgm:t>
        <a:bodyPr/>
        <a:lstStyle/>
        <a:p>
          <a:endParaRPr lang="en-US"/>
        </a:p>
      </dgm:t>
    </dgm:pt>
    <dgm:pt modelId="{219F9930-F713-4ACC-93AA-D851A3A913A0}" type="sibTrans" cxnId="{9F39C1E2-D5B8-4083-9F6C-CF1289D2D3C6}">
      <dgm:prSet/>
      <dgm:spPr/>
      <dgm:t>
        <a:bodyPr/>
        <a:lstStyle/>
        <a:p>
          <a:endParaRPr lang="en-US"/>
        </a:p>
      </dgm:t>
    </dgm:pt>
    <dgm:pt modelId="{59726750-ED92-4C76-88CD-FFBA37BFE0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SOA emerged to address </a:t>
          </a:r>
          <a:r>
            <a:rPr lang="en-US" b="1" i="0" baseline="0" dirty="0"/>
            <a:t>flexibility, integration, and reusability</a:t>
          </a:r>
          <a:r>
            <a:rPr lang="en-US" b="0" i="0" baseline="0" dirty="0"/>
            <a:t> of services across systems.</a:t>
          </a:r>
          <a:endParaRPr lang="en-US" b="0" dirty="0"/>
        </a:p>
      </dgm:t>
    </dgm:pt>
    <dgm:pt modelId="{8F2FD571-172B-44F2-9FDE-208823B02B19}" type="parTrans" cxnId="{C3BE23CC-89D0-4E18-B24A-DC0C0B313DCB}">
      <dgm:prSet/>
      <dgm:spPr/>
      <dgm:t>
        <a:bodyPr/>
        <a:lstStyle/>
        <a:p>
          <a:endParaRPr lang="en-US"/>
        </a:p>
      </dgm:t>
    </dgm:pt>
    <dgm:pt modelId="{77DCD549-B5A1-43FA-957B-5D2E3C7DCB96}" type="sibTrans" cxnId="{C3BE23CC-89D0-4E18-B24A-DC0C0B313DCB}">
      <dgm:prSet/>
      <dgm:spPr/>
      <dgm:t>
        <a:bodyPr/>
        <a:lstStyle/>
        <a:p>
          <a:endParaRPr lang="en-US"/>
        </a:p>
      </dgm:t>
    </dgm:pt>
    <dgm:pt modelId="{1155091D-6F9E-44C0-B571-09825295BFF8}" type="pres">
      <dgm:prSet presAssocID="{74145768-7034-4290-8D91-34EA8D131220}" presName="root" presStyleCnt="0">
        <dgm:presLayoutVars>
          <dgm:dir/>
          <dgm:resizeHandles val="exact"/>
        </dgm:presLayoutVars>
      </dgm:prSet>
      <dgm:spPr/>
    </dgm:pt>
    <dgm:pt modelId="{863D7895-F398-4368-8A7D-EDF0310F55DC}" type="pres">
      <dgm:prSet presAssocID="{B4CBF5E3-0F1A-45D5-9C9B-D53D2F6152FD}" presName="compNode" presStyleCnt="0"/>
      <dgm:spPr/>
    </dgm:pt>
    <dgm:pt modelId="{888ACBFB-A832-471F-BBDD-7E9203C3B8D9}" type="pres">
      <dgm:prSet presAssocID="{B4CBF5E3-0F1A-45D5-9C9B-D53D2F6152FD}" presName="bgRect" presStyleLbl="bgShp" presStyleIdx="0" presStyleCnt="3"/>
      <dgm:spPr/>
    </dgm:pt>
    <dgm:pt modelId="{6FB10612-6C1A-447B-973E-64C3D2AEC77F}" type="pres">
      <dgm:prSet presAssocID="{B4CBF5E3-0F1A-45D5-9C9B-D53D2F6152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E861E41-284A-4AC2-825D-E91028D48683}" type="pres">
      <dgm:prSet presAssocID="{B4CBF5E3-0F1A-45D5-9C9B-D53D2F6152FD}" presName="spaceRect" presStyleCnt="0"/>
      <dgm:spPr/>
    </dgm:pt>
    <dgm:pt modelId="{5799FC84-6161-4226-A4EA-5C5115D8DADB}" type="pres">
      <dgm:prSet presAssocID="{B4CBF5E3-0F1A-45D5-9C9B-D53D2F6152FD}" presName="parTx" presStyleLbl="revTx" presStyleIdx="0" presStyleCnt="3">
        <dgm:presLayoutVars>
          <dgm:chMax val="0"/>
          <dgm:chPref val="0"/>
        </dgm:presLayoutVars>
      </dgm:prSet>
      <dgm:spPr/>
    </dgm:pt>
    <dgm:pt modelId="{B1832D0B-5FD0-4B49-B3BA-83F0E8EA6EC8}" type="pres">
      <dgm:prSet presAssocID="{E8D21E38-0E6E-4E2B-9E7F-BB6C909B7A7E}" presName="sibTrans" presStyleCnt="0"/>
      <dgm:spPr/>
    </dgm:pt>
    <dgm:pt modelId="{032A7282-0CA5-4B15-96C1-C664D05FD41C}" type="pres">
      <dgm:prSet presAssocID="{37C110C3-306E-4D27-8C2E-8D4431589237}" presName="compNode" presStyleCnt="0"/>
      <dgm:spPr/>
    </dgm:pt>
    <dgm:pt modelId="{28156E0A-679E-434D-90A1-21804B12534F}" type="pres">
      <dgm:prSet presAssocID="{37C110C3-306E-4D27-8C2E-8D4431589237}" presName="bgRect" presStyleLbl="bgShp" presStyleIdx="1" presStyleCnt="3"/>
      <dgm:spPr/>
    </dgm:pt>
    <dgm:pt modelId="{CCB2624A-172D-409C-9793-86C0C682372F}" type="pres">
      <dgm:prSet presAssocID="{37C110C3-306E-4D27-8C2E-8D44315892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270CB1E4-FE7F-4107-841D-665F66172CA9}" type="pres">
      <dgm:prSet presAssocID="{37C110C3-306E-4D27-8C2E-8D4431589237}" presName="spaceRect" presStyleCnt="0"/>
      <dgm:spPr/>
    </dgm:pt>
    <dgm:pt modelId="{FF4AF5F1-0E72-427C-B1F3-569A1C18ABE7}" type="pres">
      <dgm:prSet presAssocID="{37C110C3-306E-4D27-8C2E-8D4431589237}" presName="parTx" presStyleLbl="revTx" presStyleIdx="1" presStyleCnt="3">
        <dgm:presLayoutVars>
          <dgm:chMax val="0"/>
          <dgm:chPref val="0"/>
        </dgm:presLayoutVars>
      </dgm:prSet>
      <dgm:spPr/>
    </dgm:pt>
    <dgm:pt modelId="{90E5B31D-0CCB-42F0-9023-E5C0D29F39CA}" type="pres">
      <dgm:prSet presAssocID="{219F9930-F713-4ACC-93AA-D851A3A913A0}" presName="sibTrans" presStyleCnt="0"/>
      <dgm:spPr/>
    </dgm:pt>
    <dgm:pt modelId="{68169273-61E5-4178-9CA2-906BDBE1B56A}" type="pres">
      <dgm:prSet presAssocID="{59726750-ED92-4C76-88CD-FFBA37BFE055}" presName="compNode" presStyleCnt="0"/>
      <dgm:spPr/>
    </dgm:pt>
    <dgm:pt modelId="{82AF771D-6E11-4248-B1D7-7C4AFF83CE88}" type="pres">
      <dgm:prSet presAssocID="{59726750-ED92-4C76-88CD-FFBA37BFE055}" presName="bgRect" presStyleLbl="bgShp" presStyleIdx="2" presStyleCnt="3"/>
      <dgm:spPr/>
    </dgm:pt>
    <dgm:pt modelId="{76F491D5-48D8-4B86-A20A-6A14A5AE3AC5}" type="pres">
      <dgm:prSet presAssocID="{59726750-ED92-4C76-88CD-FFBA37BFE05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B34FBFA-ED9C-4D38-B20C-FF035FEA8DDB}" type="pres">
      <dgm:prSet presAssocID="{59726750-ED92-4C76-88CD-FFBA37BFE055}" presName="spaceRect" presStyleCnt="0"/>
      <dgm:spPr/>
    </dgm:pt>
    <dgm:pt modelId="{66698E1B-7C61-4DC4-8D8F-94513DEBF46B}" type="pres">
      <dgm:prSet presAssocID="{59726750-ED92-4C76-88CD-FFBA37BFE05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3E7BE14-8CB9-46BA-A8AA-1AA71BC65926}" type="presOf" srcId="{37C110C3-306E-4D27-8C2E-8D4431589237}" destId="{FF4AF5F1-0E72-427C-B1F3-569A1C18ABE7}" srcOrd="0" destOrd="0" presId="urn:microsoft.com/office/officeart/2018/2/layout/IconVerticalSolidList"/>
    <dgm:cxn modelId="{00F89138-D1A8-4F43-AAE2-63434A683EEF}" type="presOf" srcId="{74145768-7034-4290-8D91-34EA8D131220}" destId="{1155091D-6F9E-44C0-B571-09825295BFF8}" srcOrd="0" destOrd="0" presId="urn:microsoft.com/office/officeart/2018/2/layout/IconVerticalSolidList"/>
    <dgm:cxn modelId="{28E7E14B-8FF7-41CF-A33F-ED9ECAD47044}" type="presOf" srcId="{B4CBF5E3-0F1A-45D5-9C9B-D53D2F6152FD}" destId="{5799FC84-6161-4226-A4EA-5C5115D8DADB}" srcOrd="0" destOrd="0" presId="urn:microsoft.com/office/officeart/2018/2/layout/IconVerticalSolidList"/>
    <dgm:cxn modelId="{CFE42EA4-E8E1-4EA8-9BA1-A0470AAE1CE0}" type="presOf" srcId="{59726750-ED92-4C76-88CD-FFBA37BFE055}" destId="{66698E1B-7C61-4DC4-8D8F-94513DEBF46B}" srcOrd="0" destOrd="0" presId="urn:microsoft.com/office/officeart/2018/2/layout/IconVerticalSolidList"/>
    <dgm:cxn modelId="{061F97CA-C99E-4333-8710-F0352E8FC7BB}" srcId="{74145768-7034-4290-8D91-34EA8D131220}" destId="{B4CBF5E3-0F1A-45D5-9C9B-D53D2F6152FD}" srcOrd="0" destOrd="0" parTransId="{0AF8DF89-CF5E-4C07-AEB7-35FC4FA85D80}" sibTransId="{E8D21E38-0E6E-4E2B-9E7F-BB6C909B7A7E}"/>
    <dgm:cxn modelId="{C3BE23CC-89D0-4E18-B24A-DC0C0B313DCB}" srcId="{74145768-7034-4290-8D91-34EA8D131220}" destId="{59726750-ED92-4C76-88CD-FFBA37BFE055}" srcOrd="2" destOrd="0" parTransId="{8F2FD571-172B-44F2-9FDE-208823B02B19}" sibTransId="{77DCD549-B5A1-43FA-957B-5D2E3C7DCB96}"/>
    <dgm:cxn modelId="{9F39C1E2-D5B8-4083-9F6C-CF1289D2D3C6}" srcId="{74145768-7034-4290-8D91-34EA8D131220}" destId="{37C110C3-306E-4D27-8C2E-8D4431589237}" srcOrd="1" destOrd="0" parTransId="{0E7A1F6E-07D4-499D-9900-65AA6FCC7659}" sibTransId="{219F9930-F713-4ACC-93AA-D851A3A913A0}"/>
    <dgm:cxn modelId="{06A06ED7-5661-4B5C-BA0B-C8D0389525FA}" type="presParOf" srcId="{1155091D-6F9E-44C0-B571-09825295BFF8}" destId="{863D7895-F398-4368-8A7D-EDF0310F55DC}" srcOrd="0" destOrd="0" presId="urn:microsoft.com/office/officeart/2018/2/layout/IconVerticalSolidList"/>
    <dgm:cxn modelId="{C0DF4143-30FC-464A-816E-E0C88087ECC6}" type="presParOf" srcId="{863D7895-F398-4368-8A7D-EDF0310F55DC}" destId="{888ACBFB-A832-471F-BBDD-7E9203C3B8D9}" srcOrd="0" destOrd="0" presId="urn:microsoft.com/office/officeart/2018/2/layout/IconVerticalSolidList"/>
    <dgm:cxn modelId="{6E7B4147-CED5-4B25-8B90-31C2A11F47EA}" type="presParOf" srcId="{863D7895-F398-4368-8A7D-EDF0310F55DC}" destId="{6FB10612-6C1A-447B-973E-64C3D2AEC77F}" srcOrd="1" destOrd="0" presId="urn:microsoft.com/office/officeart/2018/2/layout/IconVerticalSolidList"/>
    <dgm:cxn modelId="{CFC2CABE-0F4C-47AB-BFD8-3481B29BFF6D}" type="presParOf" srcId="{863D7895-F398-4368-8A7D-EDF0310F55DC}" destId="{CE861E41-284A-4AC2-825D-E91028D48683}" srcOrd="2" destOrd="0" presId="urn:microsoft.com/office/officeart/2018/2/layout/IconVerticalSolidList"/>
    <dgm:cxn modelId="{CC6CF165-2743-4BBC-AEB7-E59A09F2A09B}" type="presParOf" srcId="{863D7895-F398-4368-8A7D-EDF0310F55DC}" destId="{5799FC84-6161-4226-A4EA-5C5115D8DADB}" srcOrd="3" destOrd="0" presId="urn:microsoft.com/office/officeart/2018/2/layout/IconVerticalSolidList"/>
    <dgm:cxn modelId="{98BE509B-512B-463B-A565-B5FB27B06554}" type="presParOf" srcId="{1155091D-6F9E-44C0-B571-09825295BFF8}" destId="{B1832D0B-5FD0-4B49-B3BA-83F0E8EA6EC8}" srcOrd="1" destOrd="0" presId="urn:microsoft.com/office/officeart/2018/2/layout/IconVerticalSolidList"/>
    <dgm:cxn modelId="{56DCE1A4-51C6-49DB-BDBC-EB53991C5002}" type="presParOf" srcId="{1155091D-6F9E-44C0-B571-09825295BFF8}" destId="{032A7282-0CA5-4B15-96C1-C664D05FD41C}" srcOrd="2" destOrd="0" presId="urn:microsoft.com/office/officeart/2018/2/layout/IconVerticalSolidList"/>
    <dgm:cxn modelId="{CB085EB9-15B9-4A78-8A08-263CF5E3EA50}" type="presParOf" srcId="{032A7282-0CA5-4B15-96C1-C664D05FD41C}" destId="{28156E0A-679E-434D-90A1-21804B12534F}" srcOrd="0" destOrd="0" presId="urn:microsoft.com/office/officeart/2018/2/layout/IconVerticalSolidList"/>
    <dgm:cxn modelId="{38BD28E1-2BC3-4FCB-89F1-CC3864BCDA02}" type="presParOf" srcId="{032A7282-0CA5-4B15-96C1-C664D05FD41C}" destId="{CCB2624A-172D-409C-9793-86C0C682372F}" srcOrd="1" destOrd="0" presId="urn:microsoft.com/office/officeart/2018/2/layout/IconVerticalSolidList"/>
    <dgm:cxn modelId="{6CF05A0C-D67F-4F09-A461-FF0E3984003F}" type="presParOf" srcId="{032A7282-0CA5-4B15-96C1-C664D05FD41C}" destId="{270CB1E4-FE7F-4107-841D-665F66172CA9}" srcOrd="2" destOrd="0" presId="urn:microsoft.com/office/officeart/2018/2/layout/IconVerticalSolidList"/>
    <dgm:cxn modelId="{D7C8898E-C60C-4D44-9331-5065091C37F7}" type="presParOf" srcId="{032A7282-0CA5-4B15-96C1-C664D05FD41C}" destId="{FF4AF5F1-0E72-427C-B1F3-569A1C18ABE7}" srcOrd="3" destOrd="0" presId="urn:microsoft.com/office/officeart/2018/2/layout/IconVerticalSolidList"/>
    <dgm:cxn modelId="{83D2BABD-AC5C-4CDA-A20F-9A4736D36C60}" type="presParOf" srcId="{1155091D-6F9E-44C0-B571-09825295BFF8}" destId="{90E5B31D-0CCB-42F0-9023-E5C0D29F39CA}" srcOrd="3" destOrd="0" presId="urn:microsoft.com/office/officeart/2018/2/layout/IconVerticalSolidList"/>
    <dgm:cxn modelId="{1CB14F4F-8DD1-4330-B243-A8FEA5EFB20C}" type="presParOf" srcId="{1155091D-6F9E-44C0-B571-09825295BFF8}" destId="{68169273-61E5-4178-9CA2-906BDBE1B56A}" srcOrd="4" destOrd="0" presId="urn:microsoft.com/office/officeart/2018/2/layout/IconVerticalSolidList"/>
    <dgm:cxn modelId="{C6443BFC-5875-498D-BFF7-D5BFBC07B6BE}" type="presParOf" srcId="{68169273-61E5-4178-9CA2-906BDBE1B56A}" destId="{82AF771D-6E11-4248-B1D7-7C4AFF83CE88}" srcOrd="0" destOrd="0" presId="urn:microsoft.com/office/officeart/2018/2/layout/IconVerticalSolidList"/>
    <dgm:cxn modelId="{996F0456-339E-4164-A882-ABA08347E9F2}" type="presParOf" srcId="{68169273-61E5-4178-9CA2-906BDBE1B56A}" destId="{76F491D5-48D8-4B86-A20A-6A14A5AE3AC5}" srcOrd="1" destOrd="0" presId="urn:microsoft.com/office/officeart/2018/2/layout/IconVerticalSolidList"/>
    <dgm:cxn modelId="{EFAADF32-E28D-400C-86F2-12363E8C1802}" type="presParOf" srcId="{68169273-61E5-4178-9CA2-906BDBE1B56A}" destId="{AB34FBFA-ED9C-4D38-B20C-FF035FEA8DDB}" srcOrd="2" destOrd="0" presId="urn:microsoft.com/office/officeart/2018/2/layout/IconVerticalSolidList"/>
    <dgm:cxn modelId="{427A079B-510B-4E1C-86E7-A8485EF38C2A}" type="presParOf" srcId="{68169273-61E5-4178-9CA2-906BDBE1B56A}" destId="{66698E1B-7C61-4DC4-8D8F-94513DEBF4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53C551-0C97-4CBE-BF93-83E48329F79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60B8E221-B79C-4C9A-913F-46109C6F6E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b="1"/>
            <a:t>self-contained unit of functionality</a:t>
          </a:r>
          <a:r>
            <a:rPr lang="en-US"/>
            <a:t> that performs a specific business task (e.g., “process payment,” “check inventory”).</a:t>
          </a:r>
        </a:p>
      </dgm:t>
    </dgm:pt>
    <dgm:pt modelId="{496C18A7-F81B-446F-94F8-FFF05CAF21FC}" type="parTrans" cxnId="{35D00B73-5A8C-4C13-BCDC-9D995AB86036}">
      <dgm:prSet/>
      <dgm:spPr/>
      <dgm:t>
        <a:bodyPr/>
        <a:lstStyle/>
        <a:p>
          <a:endParaRPr lang="en-US"/>
        </a:p>
      </dgm:t>
    </dgm:pt>
    <dgm:pt modelId="{934FAA00-F006-4C37-8C04-127F26391AA7}" type="sibTrans" cxnId="{35D00B73-5A8C-4C13-BCDC-9D995AB860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9AB02F-B52E-4B59-BE0C-A4331AEBCE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Well-defined and reusable</a:t>
          </a:r>
          <a:r>
            <a:rPr lang="en-US"/>
            <a:t>, designed to be used in different contexts.</a:t>
          </a:r>
        </a:p>
      </dgm:t>
    </dgm:pt>
    <dgm:pt modelId="{068D7273-E094-4FBF-B7BD-122BE784B756}" type="parTrans" cxnId="{536827F1-3B66-4A3A-A8CD-0133679A5192}">
      <dgm:prSet/>
      <dgm:spPr/>
      <dgm:t>
        <a:bodyPr/>
        <a:lstStyle/>
        <a:p>
          <a:endParaRPr lang="en-US"/>
        </a:p>
      </dgm:t>
    </dgm:pt>
    <dgm:pt modelId="{B779C38E-E6AE-4ECE-8E29-1F94C7967F1E}" type="sibTrans" cxnId="{536827F1-3B66-4A3A-A8CD-0133679A51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D22F5E-74B3-403B-A854-17A7E9AAA1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Accessible via an interface</a:t>
          </a:r>
          <a:r>
            <a:rPr lang="en-US"/>
            <a:t> (usually an API), hiding internal details from the user.</a:t>
          </a:r>
        </a:p>
      </dgm:t>
    </dgm:pt>
    <dgm:pt modelId="{DC390734-70D5-4513-B301-D4C50C3AD164}" type="parTrans" cxnId="{CB1DFDA8-7FA3-4A10-9E68-5923CDD337AE}">
      <dgm:prSet/>
      <dgm:spPr/>
      <dgm:t>
        <a:bodyPr/>
        <a:lstStyle/>
        <a:p>
          <a:endParaRPr lang="en-US"/>
        </a:p>
      </dgm:t>
    </dgm:pt>
    <dgm:pt modelId="{1CAFC395-EC0A-40F4-AF49-628A39874C72}" type="sibTrans" cxnId="{CB1DFDA8-7FA3-4A10-9E68-5923CDD337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BE9ABE-B5D0-4E8E-A5A1-B690A172D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Independent</a:t>
          </a:r>
          <a:r>
            <a:rPr lang="en-US" dirty="0"/>
            <a:t>  loosely coupled so it can evolve without breaking the whole system.</a:t>
          </a:r>
        </a:p>
      </dgm:t>
    </dgm:pt>
    <dgm:pt modelId="{CE605767-24D1-4F71-B1D5-A04CFF6304FF}" type="parTrans" cxnId="{1F451867-F0EA-4584-9C3E-126E440F528C}">
      <dgm:prSet/>
      <dgm:spPr/>
      <dgm:t>
        <a:bodyPr/>
        <a:lstStyle/>
        <a:p>
          <a:endParaRPr lang="en-US"/>
        </a:p>
      </dgm:t>
    </dgm:pt>
    <dgm:pt modelId="{B1E63B2D-2313-4E4C-843A-69B72F648F97}" type="sibTrans" cxnId="{1F451867-F0EA-4584-9C3E-126E440F528C}">
      <dgm:prSet/>
      <dgm:spPr/>
      <dgm:t>
        <a:bodyPr/>
        <a:lstStyle/>
        <a:p>
          <a:endParaRPr lang="en-US"/>
        </a:p>
      </dgm:t>
    </dgm:pt>
    <dgm:pt modelId="{2C531AA8-759A-43B8-B0E2-D8F34A9158DC}" type="pres">
      <dgm:prSet presAssocID="{7B53C551-0C97-4CBE-BF93-83E48329F79B}" presName="root" presStyleCnt="0">
        <dgm:presLayoutVars>
          <dgm:dir/>
          <dgm:resizeHandles val="exact"/>
        </dgm:presLayoutVars>
      </dgm:prSet>
      <dgm:spPr/>
    </dgm:pt>
    <dgm:pt modelId="{A06BCB6F-F177-4C2B-AAD4-32B52113E618}" type="pres">
      <dgm:prSet presAssocID="{60B8E221-B79C-4C9A-913F-46109C6F6E68}" presName="compNode" presStyleCnt="0"/>
      <dgm:spPr/>
    </dgm:pt>
    <dgm:pt modelId="{66C3E61B-F79B-41E3-A952-D284D9DCDF47}" type="pres">
      <dgm:prSet presAssocID="{60B8E221-B79C-4C9A-913F-46109C6F6E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DFACEEE-A93C-452B-95F8-F75B1FD1E2D4}" type="pres">
      <dgm:prSet presAssocID="{60B8E221-B79C-4C9A-913F-46109C6F6E68}" presName="spaceRect" presStyleCnt="0"/>
      <dgm:spPr/>
    </dgm:pt>
    <dgm:pt modelId="{F3FCA6E1-CA9A-46DB-8922-1C3E28349B13}" type="pres">
      <dgm:prSet presAssocID="{60B8E221-B79C-4C9A-913F-46109C6F6E68}" presName="textRect" presStyleLbl="revTx" presStyleIdx="0" presStyleCnt="4">
        <dgm:presLayoutVars>
          <dgm:chMax val="1"/>
          <dgm:chPref val="1"/>
        </dgm:presLayoutVars>
      </dgm:prSet>
      <dgm:spPr/>
    </dgm:pt>
    <dgm:pt modelId="{132DAB9A-8658-4C8F-BF2F-1266B5C32E86}" type="pres">
      <dgm:prSet presAssocID="{934FAA00-F006-4C37-8C04-127F26391AA7}" presName="sibTrans" presStyleCnt="0"/>
      <dgm:spPr/>
    </dgm:pt>
    <dgm:pt modelId="{62E131CC-62B8-4475-A731-213174094B65}" type="pres">
      <dgm:prSet presAssocID="{AC9AB02F-B52E-4B59-BE0C-A4331AEBCEF3}" presName="compNode" presStyleCnt="0"/>
      <dgm:spPr/>
    </dgm:pt>
    <dgm:pt modelId="{2759BB09-07DF-4005-9D97-E55F6C70A75D}" type="pres">
      <dgm:prSet presAssocID="{AC9AB02F-B52E-4B59-BE0C-A4331AEBCEF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4486A3E4-EAC3-4FBB-893F-6A83FA729089}" type="pres">
      <dgm:prSet presAssocID="{AC9AB02F-B52E-4B59-BE0C-A4331AEBCEF3}" presName="spaceRect" presStyleCnt="0"/>
      <dgm:spPr/>
    </dgm:pt>
    <dgm:pt modelId="{61C8563F-4184-4844-86DC-09358748ABF7}" type="pres">
      <dgm:prSet presAssocID="{AC9AB02F-B52E-4B59-BE0C-A4331AEBCEF3}" presName="textRect" presStyleLbl="revTx" presStyleIdx="1" presStyleCnt="4">
        <dgm:presLayoutVars>
          <dgm:chMax val="1"/>
          <dgm:chPref val="1"/>
        </dgm:presLayoutVars>
      </dgm:prSet>
      <dgm:spPr/>
    </dgm:pt>
    <dgm:pt modelId="{2FE4EB21-E014-4A77-86C2-7397B2F647A2}" type="pres">
      <dgm:prSet presAssocID="{B779C38E-E6AE-4ECE-8E29-1F94C7967F1E}" presName="sibTrans" presStyleCnt="0"/>
      <dgm:spPr/>
    </dgm:pt>
    <dgm:pt modelId="{9E16B16D-29DD-4ED4-AEC9-D77B4E23D66E}" type="pres">
      <dgm:prSet presAssocID="{2DD22F5E-74B3-403B-A854-17A7E9AAA1EE}" presName="compNode" presStyleCnt="0"/>
      <dgm:spPr/>
    </dgm:pt>
    <dgm:pt modelId="{844B85A7-C60C-44B1-9CC4-8AE6C569E5D7}" type="pres">
      <dgm:prSet presAssocID="{2DD22F5E-74B3-403B-A854-17A7E9AAA1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e"/>
        </a:ext>
      </dgm:extLst>
    </dgm:pt>
    <dgm:pt modelId="{13B23DEC-C5A0-44F9-A0AB-12458E24CA99}" type="pres">
      <dgm:prSet presAssocID="{2DD22F5E-74B3-403B-A854-17A7E9AAA1EE}" presName="spaceRect" presStyleCnt="0"/>
      <dgm:spPr/>
    </dgm:pt>
    <dgm:pt modelId="{C50959B5-37F0-4F20-814E-09243CDB1A17}" type="pres">
      <dgm:prSet presAssocID="{2DD22F5E-74B3-403B-A854-17A7E9AAA1EE}" presName="textRect" presStyleLbl="revTx" presStyleIdx="2" presStyleCnt="4">
        <dgm:presLayoutVars>
          <dgm:chMax val="1"/>
          <dgm:chPref val="1"/>
        </dgm:presLayoutVars>
      </dgm:prSet>
      <dgm:spPr/>
    </dgm:pt>
    <dgm:pt modelId="{92BB5C4D-8DB4-465C-ABB8-1CF399B3F4E1}" type="pres">
      <dgm:prSet presAssocID="{1CAFC395-EC0A-40F4-AF49-628A39874C72}" presName="sibTrans" presStyleCnt="0"/>
      <dgm:spPr/>
    </dgm:pt>
    <dgm:pt modelId="{A365D217-6E8E-4896-9C1B-40B6E7187205}" type="pres">
      <dgm:prSet presAssocID="{F9BE9ABE-B5D0-4E8E-A5A1-B690A172D746}" presName="compNode" presStyleCnt="0"/>
      <dgm:spPr/>
    </dgm:pt>
    <dgm:pt modelId="{198ABDFD-9DA2-43A7-BCEE-5CB27BA8F5A9}" type="pres">
      <dgm:prSet presAssocID="{F9BE9ABE-B5D0-4E8E-A5A1-B690A172D74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3F754EAA-DF33-4B87-AED3-A6073FB5E02B}" type="pres">
      <dgm:prSet presAssocID="{F9BE9ABE-B5D0-4E8E-A5A1-B690A172D746}" presName="spaceRect" presStyleCnt="0"/>
      <dgm:spPr/>
    </dgm:pt>
    <dgm:pt modelId="{391A688D-6CF2-45C2-9176-E079EA96BB66}" type="pres">
      <dgm:prSet presAssocID="{F9BE9ABE-B5D0-4E8E-A5A1-B690A172D74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7BCA239-579D-45AC-A9E4-C89B32067BD7}" type="presOf" srcId="{7B53C551-0C97-4CBE-BF93-83E48329F79B}" destId="{2C531AA8-759A-43B8-B0E2-D8F34A9158DC}" srcOrd="0" destOrd="0" presId="urn:microsoft.com/office/officeart/2018/2/layout/IconLabelList"/>
    <dgm:cxn modelId="{1F451867-F0EA-4584-9C3E-126E440F528C}" srcId="{7B53C551-0C97-4CBE-BF93-83E48329F79B}" destId="{F9BE9ABE-B5D0-4E8E-A5A1-B690A172D746}" srcOrd="3" destOrd="0" parTransId="{CE605767-24D1-4F71-B1D5-A04CFF6304FF}" sibTransId="{B1E63B2D-2313-4E4C-843A-69B72F648F97}"/>
    <dgm:cxn modelId="{FBE4016B-5521-49D2-85B3-820FA059F97D}" type="presOf" srcId="{F9BE9ABE-B5D0-4E8E-A5A1-B690A172D746}" destId="{391A688D-6CF2-45C2-9176-E079EA96BB66}" srcOrd="0" destOrd="0" presId="urn:microsoft.com/office/officeart/2018/2/layout/IconLabelList"/>
    <dgm:cxn modelId="{35D00B73-5A8C-4C13-BCDC-9D995AB86036}" srcId="{7B53C551-0C97-4CBE-BF93-83E48329F79B}" destId="{60B8E221-B79C-4C9A-913F-46109C6F6E68}" srcOrd="0" destOrd="0" parTransId="{496C18A7-F81B-446F-94F8-FFF05CAF21FC}" sibTransId="{934FAA00-F006-4C37-8C04-127F26391AA7}"/>
    <dgm:cxn modelId="{7D5A9081-CFC5-4076-8377-562C2CA0CDFB}" type="presOf" srcId="{60B8E221-B79C-4C9A-913F-46109C6F6E68}" destId="{F3FCA6E1-CA9A-46DB-8922-1C3E28349B13}" srcOrd="0" destOrd="0" presId="urn:microsoft.com/office/officeart/2018/2/layout/IconLabelList"/>
    <dgm:cxn modelId="{CB1DFDA8-7FA3-4A10-9E68-5923CDD337AE}" srcId="{7B53C551-0C97-4CBE-BF93-83E48329F79B}" destId="{2DD22F5E-74B3-403B-A854-17A7E9AAA1EE}" srcOrd="2" destOrd="0" parTransId="{DC390734-70D5-4513-B301-D4C50C3AD164}" sibTransId="{1CAFC395-EC0A-40F4-AF49-628A39874C72}"/>
    <dgm:cxn modelId="{003375AC-91C9-4AB3-8EBC-98BC3C945851}" type="presOf" srcId="{AC9AB02F-B52E-4B59-BE0C-A4331AEBCEF3}" destId="{61C8563F-4184-4844-86DC-09358748ABF7}" srcOrd="0" destOrd="0" presId="urn:microsoft.com/office/officeart/2018/2/layout/IconLabelList"/>
    <dgm:cxn modelId="{F88F3BB1-3944-4F7B-9B04-CF9EE54C6C11}" type="presOf" srcId="{2DD22F5E-74B3-403B-A854-17A7E9AAA1EE}" destId="{C50959B5-37F0-4F20-814E-09243CDB1A17}" srcOrd="0" destOrd="0" presId="urn:microsoft.com/office/officeart/2018/2/layout/IconLabelList"/>
    <dgm:cxn modelId="{536827F1-3B66-4A3A-A8CD-0133679A5192}" srcId="{7B53C551-0C97-4CBE-BF93-83E48329F79B}" destId="{AC9AB02F-B52E-4B59-BE0C-A4331AEBCEF3}" srcOrd="1" destOrd="0" parTransId="{068D7273-E094-4FBF-B7BD-122BE784B756}" sibTransId="{B779C38E-E6AE-4ECE-8E29-1F94C7967F1E}"/>
    <dgm:cxn modelId="{FD71ED30-D4D8-47E1-A752-AAC4E783D8B9}" type="presParOf" srcId="{2C531AA8-759A-43B8-B0E2-D8F34A9158DC}" destId="{A06BCB6F-F177-4C2B-AAD4-32B52113E618}" srcOrd="0" destOrd="0" presId="urn:microsoft.com/office/officeart/2018/2/layout/IconLabelList"/>
    <dgm:cxn modelId="{2EB361EE-889E-4A35-B73E-03B780C203AE}" type="presParOf" srcId="{A06BCB6F-F177-4C2B-AAD4-32B52113E618}" destId="{66C3E61B-F79B-41E3-A952-D284D9DCDF47}" srcOrd="0" destOrd="0" presId="urn:microsoft.com/office/officeart/2018/2/layout/IconLabelList"/>
    <dgm:cxn modelId="{D2775398-B2AF-4E31-8A6E-4AAFF2934044}" type="presParOf" srcId="{A06BCB6F-F177-4C2B-AAD4-32B52113E618}" destId="{CDFACEEE-A93C-452B-95F8-F75B1FD1E2D4}" srcOrd="1" destOrd="0" presId="urn:microsoft.com/office/officeart/2018/2/layout/IconLabelList"/>
    <dgm:cxn modelId="{ED0111CD-D11C-481A-8BCC-562FB1A0F852}" type="presParOf" srcId="{A06BCB6F-F177-4C2B-AAD4-32B52113E618}" destId="{F3FCA6E1-CA9A-46DB-8922-1C3E28349B13}" srcOrd="2" destOrd="0" presId="urn:microsoft.com/office/officeart/2018/2/layout/IconLabelList"/>
    <dgm:cxn modelId="{716BB99E-DB12-48E6-A662-A4C594E6DFE0}" type="presParOf" srcId="{2C531AA8-759A-43B8-B0E2-D8F34A9158DC}" destId="{132DAB9A-8658-4C8F-BF2F-1266B5C32E86}" srcOrd="1" destOrd="0" presId="urn:microsoft.com/office/officeart/2018/2/layout/IconLabelList"/>
    <dgm:cxn modelId="{44E9CFE7-A6F8-4C04-9D83-D95AF8D07CA6}" type="presParOf" srcId="{2C531AA8-759A-43B8-B0E2-D8F34A9158DC}" destId="{62E131CC-62B8-4475-A731-213174094B65}" srcOrd="2" destOrd="0" presId="urn:microsoft.com/office/officeart/2018/2/layout/IconLabelList"/>
    <dgm:cxn modelId="{7AA6FA21-232F-48A7-B5AF-98A758F7D1C0}" type="presParOf" srcId="{62E131CC-62B8-4475-A731-213174094B65}" destId="{2759BB09-07DF-4005-9D97-E55F6C70A75D}" srcOrd="0" destOrd="0" presId="urn:microsoft.com/office/officeart/2018/2/layout/IconLabelList"/>
    <dgm:cxn modelId="{49A8B1EF-49F9-4D54-8578-32A9BE1BE34D}" type="presParOf" srcId="{62E131CC-62B8-4475-A731-213174094B65}" destId="{4486A3E4-EAC3-4FBB-893F-6A83FA729089}" srcOrd="1" destOrd="0" presId="urn:microsoft.com/office/officeart/2018/2/layout/IconLabelList"/>
    <dgm:cxn modelId="{26B86640-B3E9-4C8A-ABE3-39AB8D98A1BE}" type="presParOf" srcId="{62E131CC-62B8-4475-A731-213174094B65}" destId="{61C8563F-4184-4844-86DC-09358748ABF7}" srcOrd="2" destOrd="0" presId="urn:microsoft.com/office/officeart/2018/2/layout/IconLabelList"/>
    <dgm:cxn modelId="{648FFA8A-EDD7-4101-BACA-595E28FDB0ED}" type="presParOf" srcId="{2C531AA8-759A-43B8-B0E2-D8F34A9158DC}" destId="{2FE4EB21-E014-4A77-86C2-7397B2F647A2}" srcOrd="3" destOrd="0" presId="urn:microsoft.com/office/officeart/2018/2/layout/IconLabelList"/>
    <dgm:cxn modelId="{35EA387C-B7D0-4474-8D9C-5547086F3955}" type="presParOf" srcId="{2C531AA8-759A-43B8-B0E2-D8F34A9158DC}" destId="{9E16B16D-29DD-4ED4-AEC9-D77B4E23D66E}" srcOrd="4" destOrd="0" presId="urn:microsoft.com/office/officeart/2018/2/layout/IconLabelList"/>
    <dgm:cxn modelId="{1736E00E-0B51-4A49-8C93-52841D1A6C35}" type="presParOf" srcId="{9E16B16D-29DD-4ED4-AEC9-D77B4E23D66E}" destId="{844B85A7-C60C-44B1-9CC4-8AE6C569E5D7}" srcOrd="0" destOrd="0" presId="urn:microsoft.com/office/officeart/2018/2/layout/IconLabelList"/>
    <dgm:cxn modelId="{4880D26A-D10C-45EC-833B-BB2EF07BC9DD}" type="presParOf" srcId="{9E16B16D-29DD-4ED4-AEC9-D77B4E23D66E}" destId="{13B23DEC-C5A0-44F9-A0AB-12458E24CA99}" srcOrd="1" destOrd="0" presId="urn:microsoft.com/office/officeart/2018/2/layout/IconLabelList"/>
    <dgm:cxn modelId="{8661690E-4E96-4F76-B69D-BEA8DA9CDC5A}" type="presParOf" srcId="{9E16B16D-29DD-4ED4-AEC9-D77B4E23D66E}" destId="{C50959B5-37F0-4F20-814E-09243CDB1A17}" srcOrd="2" destOrd="0" presId="urn:microsoft.com/office/officeart/2018/2/layout/IconLabelList"/>
    <dgm:cxn modelId="{CBA7DAE9-854A-4C59-BBF8-1C6832167233}" type="presParOf" srcId="{2C531AA8-759A-43B8-B0E2-D8F34A9158DC}" destId="{92BB5C4D-8DB4-465C-ABB8-1CF399B3F4E1}" srcOrd="5" destOrd="0" presId="urn:microsoft.com/office/officeart/2018/2/layout/IconLabelList"/>
    <dgm:cxn modelId="{8618A74A-F953-450B-95D3-A4DDD979AA4F}" type="presParOf" srcId="{2C531AA8-759A-43B8-B0E2-D8F34A9158DC}" destId="{A365D217-6E8E-4896-9C1B-40B6E7187205}" srcOrd="6" destOrd="0" presId="urn:microsoft.com/office/officeart/2018/2/layout/IconLabelList"/>
    <dgm:cxn modelId="{7C3D4EA3-550E-4770-A129-DC0E8457DE72}" type="presParOf" srcId="{A365D217-6E8E-4896-9C1B-40B6E7187205}" destId="{198ABDFD-9DA2-43A7-BCEE-5CB27BA8F5A9}" srcOrd="0" destOrd="0" presId="urn:microsoft.com/office/officeart/2018/2/layout/IconLabelList"/>
    <dgm:cxn modelId="{E72C3590-D884-4B6A-ABB0-B85C217B4CF0}" type="presParOf" srcId="{A365D217-6E8E-4896-9C1B-40B6E7187205}" destId="{3F754EAA-DF33-4B87-AED3-A6073FB5E02B}" srcOrd="1" destOrd="0" presId="urn:microsoft.com/office/officeart/2018/2/layout/IconLabelList"/>
    <dgm:cxn modelId="{E28520F2-93CC-4652-B4F0-70EF4883A51C}" type="presParOf" srcId="{A365D217-6E8E-4896-9C1B-40B6E7187205}" destId="{391A688D-6CF2-45C2-9176-E079EA96BB6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74A5E0-6511-4713-898D-3D05C727537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2588DA-4770-4058-82AC-CEBF2632DE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SOA is a style of software architecture</a:t>
          </a:r>
          <a:r>
            <a:rPr lang="en-US" b="0" i="0" baseline="0" dirty="0"/>
            <a:t> where systems are designed as a collection of </a:t>
          </a:r>
          <a:r>
            <a:rPr lang="en-US" b="1" i="0" baseline="0" dirty="0"/>
            <a:t>independent, reusable services</a:t>
          </a:r>
          <a:r>
            <a:rPr lang="en-US" b="0" i="0" baseline="0" dirty="0"/>
            <a:t>.</a:t>
          </a:r>
          <a:endParaRPr lang="en-US" dirty="0"/>
        </a:p>
      </dgm:t>
    </dgm:pt>
    <dgm:pt modelId="{5DBB3BA3-DD6B-49ED-BD50-52BC7D4CD04A}" type="parTrans" cxnId="{83EB7032-2C9C-43F4-A6C3-215B1E640875}">
      <dgm:prSet/>
      <dgm:spPr/>
      <dgm:t>
        <a:bodyPr/>
        <a:lstStyle/>
        <a:p>
          <a:endParaRPr lang="en-US"/>
        </a:p>
      </dgm:t>
    </dgm:pt>
    <dgm:pt modelId="{5A3309E7-D4F4-49E2-BF62-186C5ADB6F9B}" type="sibTrans" cxnId="{83EB7032-2C9C-43F4-A6C3-215B1E640875}">
      <dgm:prSet/>
      <dgm:spPr/>
      <dgm:t>
        <a:bodyPr/>
        <a:lstStyle/>
        <a:p>
          <a:endParaRPr lang="en-US"/>
        </a:p>
      </dgm:t>
    </dgm:pt>
    <dgm:pt modelId="{59CE4914-46F0-4D36-8C24-0B1B3C1AFA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Each service represents a </a:t>
          </a:r>
          <a:r>
            <a:rPr lang="en-US" b="1" i="0" baseline="0" dirty="0"/>
            <a:t>business function</a:t>
          </a:r>
          <a:r>
            <a:rPr lang="en-US" b="0" i="0" baseline="0" dirty="0"/>
            <a:t> (e.g., “Customer Management,” “Billing,” “Inventory Check”).</a:t>
          </a:r>
          <a:endParaRPr lang="en-US" dirty="0"/>
        </a:p>
      </dgm:t>
    </dgm:pt>
    <dgm:pt modelId="{4CE285CE-180A-48E2-AD44-5A6FFB75D736}" type="parTrans" cxnId="{B38370FF-AADA-420F-9BE0-7D79877E37AF}">
      <dgm:prSet/>
      <dgm:spPr/>
      <dgm:t>
        <a:bodyPr/>
        <a:lstStyle/>
        <a:p>
          <a:endParaRPr lang="en-US"/>
        </a:p>
      </dgm:t>
    </dgm:pt>
    <dgm:pt modelId="{542E5F98-3350-4B35-9FBE-0439EE3E9082}" type="sibTrans" cxnId="{B38370FF-AADA-420F-9BE0-7D79877E37AF}">
      <dgm:prSet/>
      <dgm:spPr/>
      <dgm:t>
        <a:bodyPr/>
        <a:lstStyle/>
        <a:p>
          <a:endParaRPr lang="en-US"/>
        </a:p>
      </dgm:t>
    </dgm:pt>
    <dgm:pt modelId="{C6C7AA6C-2614-4D41-AFFB-16F516F3B3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Services </a:t>
          </a:r>
          <a:r>
            <a:rPr lang="en-US" b="1" i="0" baseline="0"/>
            <a:t>communicate through well-defined interfaces</a:t>
          </a:r>
          <a:r>
            <a:rPr lang="en-US" b="0" i="0" baseline="0"/>
            <a:t> (often via standard protocols like HTTP, SOAP, or REST).</a:t>
          </a:r>
          <a:endParaRPr lang="en-US"/>
        </a:p>
      </dgm:t>
    </dgm:pt>
    <dgm:pt modelId="{90C6979E-AF7D-43F8-93EF-5FBFDD1D7B6B}" type="parTrans" cxnId="{16F09158-AE6D-4B69-BF51-B9F0AD1BD56C}">
      <dgm:prSet/>
      <dgm:spPr/>
      <dgm:t>
        <a:bodyPr/>
        <a:lstStyle/>
        <a:p>
          <a:endParaRPr lang="en-US"/>
        </a:p>
      </dgm:t>
    </dgm:pt>
    <dgm:pt modelId="{38BD4C2A-6D2C-4A2C-83E8-8BC3EC903401}" type="sibTrans" cxnId="{16F09158-AE6D-4B69-BF51-B9F0AD1BD56C}">
      <dgm:prSet/>
      <dgm:spPr/>
      <dgm:t>
        <a:bodyPr/>
        <a:lstStyle/>
        <a:p>
          <a:endParaRPr lang="en-US"/>
        </a:p>
      </dgm:t>
    </dgm:pt>
    <dgm:pt modelId="{AF189511-34A6-4055-A26E-9FD893AF64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The goal: enable </a:t>
          </a:r>
          <a:r>
            <a:rPr lang="en-US" b="1" i="0" baseline="0" dirty="0"/>
            <a:t>flexibility, reusability, and integration</a:t>
          </a:r>
          <a:r>
            <a:rPr lang="en-US" b="0" i="0" baseline="0" dirty="0"/>
            <a:t> across different applications and technologies.</a:t>
          </a:r>
          <a:endParaRPr lang="en-US" dirty="0"/>
        </a:p>
      </dgm:t>
    </dgm:pt>
    <dgm:pt modelId="{38A9B66B-F16A-4E77-9697-ECED51E0A382}" type="parTrans" cxnId="{4DDBF036-B6FD-413A-9A19-355EA5F1B911}">
      <dgm:prSet/>
      <dgm:spPr/>
      <dgm:t>
        <a:bodyPr/>
        <a:lstStyle/>
        <a:p>
          <a:endParaRPr lang="en-US"/>
        </a:p>
      </dgm:t>
    </dgm:pt>
    <dgm:pt modelId="{E1E08A45-4C08-49DC-8EE1-1256E55C3E3B}" type="sibTrans" cxnId="{4DDBF036-B6FD-413A-9A19-355EA5F1B911}">
      <dgm:prSet/>
      <dgm:spPr/>
      <dgm:t>
        <a:bodyPr/>
        <a:lstStyle/>
        <a:p>
          <a:endParaRPr lang="en-US"/>
        </a:p>
      </dgm:t>
    </dgm:pt>
    <dgm:pt modelId="{0E1F928E-7CBB-4217-BB56-634CFFD013AA}" type="pres">
      <dgm:prSet presAssocID="{3874A5E0-6511-4713-898D-3D05C7275378}" presName="root" presStyleCnt="0">
        <dgm:presLayoutVars>
          <dgm:dir/>
          <dgm:resizeHandles val="exact"/>
        </dgm:presLayoutVars>
      </dgm:prSet>
      <dgm:spPr/>
    </dgm:pt>
    <dgm:pt modelId="{63A0BAFB-C764-4B38-A660-BF02DCABBA77}" type="pres">
      <dgm:prSet presAssocID="{FE2588DA-4770-4058-82AC-CEBF2632DE81}" presName="compNode" presStyleCnt="0"/>
      <dgm:spPr/>
    </dgm:pt>
    <dgm:pt modelId="{A9896AA7-3F3A-44AF-8A19-881A05284FE4}" type="pres">
      <dgm:prSet presAssocID="{FE2588DA-4770-4058-82AC-CEBF2632DE81}" presName="iconRect" presStyleLbl="node1" presStyleIdx="0" presStyleCnt="4" custLinFactX="-26294" custLinFactNeighborX="-100000" custLinFactNeighborY="-121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BEC92EA-7B08-465B-B445-6380796C2283}" type="pres">
      <dgm:prSet presAssocID="{FE2588DA-4770-4058-82AC-CEBF2632DE81}" presName="spaceRect" presStyleCnt="0"/>
      <dgm:spPr/>
    </dgm:pt>
    <dgm:pt modelId="{EA7C4867-2E36-4B60-B704-C6F9501662E8}" type="pres">
      <dgm:prSet presAssocID="{FE2588DA-4770-4058-82AC-CEBF2632DE81}" presName="textRect" presStyleLbl="revTx" presStyleIdx="0" presStyleCnt="4" custLinFactNeighborX="-56833" custLinFactNeighborY="-1120">
        <dgm:presLayoutVars>
          <dgm:chMax val="1"/>
          <dgm:chPref val="1"/>
        </dgm:presLayoutVars>
      </dgm:prSet>
      <dgm:spPr/>
    </dgm:pt>
    <dgm:pt modelId="{A8D64CC6-649B-45A2-95E2-D6A5CAFA76BF}" type="pres">
      <dgm:prSet presAssocID="{5A3309E7-D4F4-49E2-BF62-186C5ADB6F9B}" presName="sibTrans" presStyleCnt="0"/>
      <dgm:spPr/>
    </dgm:pt>
    <dgm:pt modelId="{18927985-9782-40B0-94AA-E303FE7C6C5E}" type="pres">
      <dgm:prSet presAssocID="{59CE4914-46F0-4D36-8C24-0B1B3C1AFAD0}" presName="compNode" presStyleCnt="0"/>
      <dgm:spPr/>
    </dgm:pt>
    <dgm:pt modelId="{35DCEA37-8663-4BC8-A473-279FF173D632}" type="pres">
      <dgm:prSet presAssocID="{59CE4914-46F0-4D36-8C24-0B1B3C1AFA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8774DEDF-9CF8-4AFE-9BF1-22A2F8B6C255}" type="pres">
      <dgm:prSet presAssocID="{59CE4914-46F0-4D36-8C24-0B1B3C1AFAD0}" presName="spaceRect" presStyleCnt="0"/>
      <dgm:spPr/>
    </dgm:pt>
    <dgm:pt modelId="{95A8F33F-ABCB-4787-955B-EB0F2E781939}" type="pres">
      <dgm:prSet presAssocID="{59CE4914-46F0-4D36-8C24-0B1B3C1AFAD0}" presName="textRect" presStyleLbl="revTx" presStyleIdx="1" presStyleCnt="4">
        <dgm:presLayoutVars>
          <dgm:chMax val="1"/>
          <dgm:chPref val="1"/>
        </dgm:presLayoutVars>
      </dgm:prSet>
      <dgm:spPr/>
    </dgm:pt>
    <dgm:pt modelId="{855A8E6E-BD93-48E4-89DE-7DDF9275240E}" type="pres">
      <dgm:prSet presAssocID="{542E5F98-3350-4B35-9FBE-0439EE3E9082}" presName="sibTrans" presStyleCnt="0"/>
      <dgm:spPr/>
    </dgm:pt>
    <dgm:pt modelId="{6B603B38-984B-4E85-B457-B8653C4BFB52}" type="pres">
      <dgm:prSet presAssocID="{C6C7AA6C-2614-4D41-AFFB-16F516F3B3B7}" presName="compNode" presStyleCnt="0"/>
      <dgm:spPr/>
    </dgm:pt>
    <dgm:pt modelId="{0289C7EE-2B46-45A7-AD2F-4D781E318CB3}" type="pres">
      <dgm:prSet presAssocID="{C6C7AA6C-2614-4D41-AFFB-16F516F3B3B7}" presName="iconRect" presStyleLbl="node1" presStyleIdx="2" presStyleCnt="4" custLinFactX="29883" custLinFactNeighborX="100000" custLinFactNeighborY="500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68CCB051-7EF0-47AA-B939-C071BEB80F97}" type="pres">
      <dgm:prSet presAssocID="{C6C7AA6C-2614-4D41-AFFB-16F516F3B3B7}" presName="spaceRect" presStyleCnt="0"/>
      <dgm:spPr/>
    </dgm:pt>
    <dgm:pt modelId="{356E1EFB-F050-438B-AC9F-38FB3F1D6B68}" type="pres">
      <dgm:prSet presAssocID="{C6C7AA6C-2614-4D41-AFFB-16F516F3B3B7}" presName="textRect" presStyleLbl="revTx" presStyleIdx="2" presStyleCnt="4" custLinFactNeighborX="58447" custLinFactNeighborY="4621">
        <dgm:presLayoutVars>
          <dgm:chMax val="1"/>
          <dgm:chPref val="1"/>
        </dgm:presLayoutVars>
      </dgm:prSet>
      <dgm:spPr/>
    </dgm:pt>
    <dgm:pt modelId="{96D3DE30-2610-4F31-8910-69E8E02E372F}" type="pres">
      <dgm:prSet presAssocID="{38BD4C2A-6D2C-4A2C-83E8-8BC3EC903401}" presName="sibTrans" presStyleCnt="0"/>
      <dgm:spPr/>
    </dgm:pt>
    <dgm:pt modelId="{719BC104-DA90-4360-BF27-590604368C1E}" type="pres">
      <dgm:prSet presAssocID="{AF189511-34A6-4055-A26E-9FD893AF6451}" presName="compNode" presStyleCnt="0"/>
      <dgm:spPr/>
    </dgm:pt>
    <dgm:pt modelId="{A96AEAF6-88CE-46A3-99C0-C61C4E596939}" type="pres">
      <dgm:prSet presAssocID="{AF189511-34A6-4055-A26E-9FD893AF6451}" presName="iconRect" presStyleLbl="node1" presStyleIdx="3" presStyleCnt="4" custLinFactX="74877" custLinFactNeighborX="100000" custLinFactNeighborY="-485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695585A-94CE-4E19-A4B3-1916C55AE06E}" type="pres">
      <dgm:prSet presAssocID="{AF189511-34A6-4055-A26E-9FD893AF6451}" presName="spaceRect" presStyleCnt="0"/>
      <dgm:spPr/>
    </dgm:pt>
    <dgm:pt modelId="{F12EA57D-D4BC-4244-9F2A-8A7CAB00EEBF}" type="pres">
      <dgm:prSet presAssocID="{AF189511-34A6-4055-A26E-9FD893AF6451}" presName="textRect" presStyleLbl="revTx" presStyleIdx="3" presStyleCnt="4" custLinFactNeighborX="78695" custLinFactNeighborY="-4482">
        <dgm:presLayoutVars>
          <dgm:chMax val="1"/>
          <dgm:chPref val="1"/>
        </dgm:presLayoutVars>
      </dgm:prSet>
      <dgm:spPr/>
    </dgm:pt>
  </dgm:ptLst>
  <dgm:cxnLst>
    <dgm:cxn modelId="{83EB7032-2C9C-43F4-A6C3-215B1E640875}" srcId="{3874A5E0-6511-4713-898D-3D05C7275378}" destId="{FE2588DA-4770-4058-82AC-CEBF2632DE81}" srcOrd="0" destOrd="0" parTransId="{5DBB3BA3-DD6B-49ED-BD50-52BC7D4CD04A}" sibTransId="{5A3309E7-D4F4-49E2-BF62-186C5ADB6F9B}"/>
    <dgm:cxn modelId="{4DDBF036-B6FD-413A-9A19-355EA5F1B911}" srcId="{3874A5E0-6511-4713-898D-3D05C7275378}" destId="{AF189511-34A6-4055-A26E-9FD893AF6451}" srcOrd="3" destOrd="0" parTransId="{38A9B66B-F16A-4E77-9697-ECED51E0A382}" sibTransId="{E1E08A45-4C08-49DC-8EE1-1256E55C3E3B}"/>
    <dgm:cxn modelId="{0484253B-1972-4FC9-82C5-A2522D42411E}" type="presOf" srcId="{C6C7AA6C-2614-4D41-AFFB-16F516F3B3B7}" destId="{356E1EFB-F050-438B-AC9F-38FB3F1D6B68}" srcOrd="0" destOrd="0" presId="urn:microsoft.com/office/officeart/2018/2/layout/IconLabelList"/>
    <dgm:cxn modelId="{5B7FBC6C-FD95-4A5E-A500-488D0A28707A}" type="presOf" srcId="{FE2588DA-4770-4058-82AC-CEBF2632DE81}" destId="{EA7C4867-2E36-4B60-B704-C6F9501662E8}" srcOrd="0" destOrd="0" presId="urn:microsoft.com/office/officeart/2018/2/layout/IconLabelList"/>
    <dgm:cxn modelId="{E746964F-3229-4DC3-BFEF-AEDF02137515}" type="presOf" srcId="{AF189511-34A6-4055-A26E-9FD893AF6451}" destId="{F12EA57D-D4BC-4244-9F2A-8A7CAB00EEBF}" srcOrd="0" destOrd="0" presId="urn:microsoft.com/office/officeart/2018/2/layout/IconLabelList"/>
    <dgm:cxn modelId="{C1C20857-BDBF-4F5A-9FAB-2D30B71AC05A}" type="presOf" srcId="{3874A5E0-6511-4713-898D-3D05C7275378}" destId="{0E1F928E-7CBB-4217-BB56-634CFFD013AA}" srcOrd="0" destOrd="0" presId="urn:microsoft.com/office/officeart/2018/2/layout/IconLabelList"/>
    <dgm:cxn modelId="{16F09158-AE6D-4B69-BF51-B9F0AD1BD56C}" srcId="{3874A5E0-6511-4713-898D-3D05C7275378}" destId="{C6C7AA6C-2614-4D41-AFFB-16F516F3B3B7}" srcOrd="2" destOrd="0" parTransId="{90C6979E-AF7D-43F8-93EF-5FBFDD1D7B6B}" sibTransId="{38BD4C2A-6D2C-4A2C-83E8-8BC3EC903401}"/>
    <dgm:cxn modelId="{51A352CD-DF96-4529-85B0-AEDB7226B0FD}" type="presOf" srcId="{59CE4914-46F0-4D36-8C24-0B1B3C1AFAD0}" destId="{95A8F33F-ABCB-4787-955B-EB0F2E781939}" srcOrd="0" destOrd="0" presId="urn:microsoft.com/office/officeart/2018/2/layout/IconLabelList"/>
    <dgm:cxn modelId="{B38370FF-AADA-420F-9BE0-7D79877E37AF}" srcId="{3874A5E0-6511-4713-898D-3D05C7275378}" destId="{59CE4914-46F0-4D36-8C24-0B1B3C1AFAD0}" srcOrd="1" destOrd="0" parTransId="{4CE285CE-180A-48E2-AD44-5A6FFB75D736}" sibTransId="{542E5F98-3350-4B35-9FBE-0439EE3E9082}"/>
    <dgm:cxn modelId="{13BC50C5-0FCB-40AE-AA2A-F7E71AF0FE7D}" type="presParOf" srcId="{0E1F928E-7CBB-4217-BB56-634CFFD013AA}" destId="{63A0BAFB-C764-4B38-A660-BF02DCABBA77}" srcOrd="0" destOrd="0" presId="urn:microsoft.com/office/officeart/2018/2/layout/IconLabelList"/>
    <dgm:cxn modelId="{6C032A66-E689-4CF2-B330-66484BB2E51D}" type="presParOf" srcId="{63A0BAFB-C764-4B38-A660-BF02DCABBA77}" destId="{A9896AA7-3F3A-44AF-8A19-881A05284FE4}" srcOrd="0" destOrd="0" presId="urn:microsoft.com/office/officeart/2018/2/layout/IconLabelList"/>
    <dgm:cxn modelId="{F09B7CE4-0A72-4812-AC52-B62CB65DC232}" type="presParOf" srcId="{63A0BAFB-C764-4B38-A660-BF02DCABBA77}" destId="{DBEC92EA-7B08-465B-B445-6380796C2283}" srcOrd="1" destOrd="0" presId="urn:microsoft.com/office/officeart/2018/2/layout/IconLabelList"/>
    <dgm:cxn modelId="{1FB772BB-E4E9-4E20-90D8-A5857C70EFBF}" type="presParOf" srcId="{63A0BAFB-C764-4B38-A660-BF02DCABBA77}" destId="{EA7C4867-2E36-4B60-B704-C6F9501662E8}" srcOrd="2" destOrd="0" presId="urn:microsoft.com/office/officeart/2018/2/layout/IconLabelList"/>
    <dgm:cxn modelId="{84452E0A-7816-4E9E-A46D-BE427D40F029}" type="presParOf" srcId="{0E1F928E-7CBB-4217-BB56-634CFFD013AA}" destId="{A8D64CC6-649B-45A2-95E2-D6A5CAFA76BF}" srcOrd="1" destOrd="0" presId="urn:microsoft.com/office/officeart/2018/2/layout/IconLabelList"/>
    <dgm:cxn modelId="{4B0B2A07-ADBA-4AE2-9102-7DBFE39E8C8C}" type="presParOf" srcId="{0E1F928E-7CBB-4217-BB56-634CFFD013AA}" destId="{18927985-9782-40B0-94AA-E303FE7C6C5E}" srcOrd="2" destOrd="0" presId="urn:microsoft.com/office/officeart/2018/2/layout/IconLabelList"/>
    <dgm:cxn modelId="{8FB2805A-ECC5-4BCA-8393-9F600E137F50}" type="presParOf" srcId="{18927985-9782-40B0-94AA-E303FE7C6C5E}" destId="{35DCEA37-8663-4BC8-A473-279FF173D632}" srcOrd="0" destOrd="0" presId="urn:microsoft.com/office/officeart/2018/2/layout/IconLabelList"/>
    <dgm:cxn modelId="{6BA2FE6D-7FAA-41FF-BF14-54BD1C6B1122}" type="presParOf" srcId="{18927985-9782-40B0-94AA-E303FE7C6C5E}" destId="{8774DEDF-9CF8-4AFE-9BF1-22A2F8B6C255}" srcOrd="1" destOrd="0" presId="urn:microsoft.com/office/officeart/2018/2/layout/IconLabelList"/>
    <dgm:cxn modelId="{51860362-2CF9-4924-A4C0-58A08FED4BDF}" type="presParOf" srcId="{18927985-9782-40B0-94AA-E303FE7C6C5E}" destId="{95A8F33F-ABCB-4787-955B-EB0F2E781939}" srcOrd="2" destOrd="0" presId="urn:microsoft.com/office/officeart/2018/2/layout/IconLabelList"/>
    <dgm:cxn modelId="{BDEC40DD-5900-437E-BEFB-CB763B10D44A}" type="presParOf" srcId="{0E1F928E-7CBB-4217-BB56-634CFFD013AA}" destId="{855A8E6E-BD93-48E4-89DE-7DDF9275240E}" srcOrd="3" destOrd="0" presId="urn:microsoft.com/office/officeart/2018/2/layout/IconLabelList"/>
    <dgm:cxn modelId="{B9601E02-A0B7-4BE0-9AA6-8C5E5D4752AC}" type="presParOf" srcId="{0E1F928E-7CBB-4217-BB56-634CFFD013AA}" destId="{6B603B38-984B-4E85-B457-B8653C4BFB52}" srcOrd="4" destOrd="0" presId="urn:microsoft.com/office/officeart/2018/2/layout/IconLabelList"/>
    <dgm:cxn modelId="{019DC022-59FF-47F6-8193-30862DB1BE02}" type="presParOf" srcId="{6B603B38-984B-4E85-B457-B8653C4BFB52}" destId="{0289C7EE-2B46-45A7-AD2F-4D781E318CB3}" srcOrd="0" destOrd="0" presId="urn:microsoft.com/office/officeart/2018/2/layout/IconLabelList"/>
    <dgm:cxn modelId="{71AF764D-588F-41FD-8ECC-B24DEF9C18C6}" type="presParOf" srcId="{6B603B38-984B-4E85-B457-B8653C4BFB52}" destId="{68CCB051-7EF0-47AA-B939-C071BEB80F97}" srcOrd="1" destOrd="0" presId="urn:microsoft.com/office/officeart/2018/2/layout/IconLabelList"/>
    <dgm:cxn modelId="{16D59118-7CE2-4635-9A34-6F71A3B69A3A}" type="presParOf" srcId="{6B603B38-984B-4E85-B457-B8653C4BFB52}" destId="{356E1EFB-F050-438B-AC9F-38FB3F1D6B68}" srcOrd="2" destOrd="0" presId="urn:microsoft.com/office/officeart/2018/2/layout/IconLabelList"/>
    <dgm:cxn modelId="{3C527A21-8719-432D-895C-7519D67C21C9}" type="presParOf" srcId="{0E1F928E-7CBB-4217-BB56-634CFFD013AA}" destId="{96D3DE30-2610-4F31-8910-69E8E02E372F}" srcOrd="5" destOrd="0" presId="urn:microsoft.com/office/officeart/2018/2/layout/IconLabelList"/>
    <dgm:cxn modelId="{9FC1F349-A863-46B8-8C70-0CDAFB3E4A88}" type="presParOf" srcId="{0E1F928E-7CBB-4217-BB56-634CFFD013AA}" destId="{719BC104-DA90-4360-BF27-590604368C1E}" srcOrd="6" destOrd="0" presId="urn:microsoft.com/office/officeart/2018/2/layout/IconLabelList"/>
    <dgm:cxn modelId="{C5886659-D6D7-406F-9852-96E80A4E47CC}" type="presParOf" srcId="{719BC104-DA90-4360-BF27-590604368C1E}" destId="{A96AEAF6-88CE-46A3-99C0-C61C4E596939}" srcOrd="0" destOrd="0" presId="urn:microsoft.com/office/officeart/2018/2/layout/IconLabelList"/>
    <dgm:cxn modelId="{D1DE9601-998F-4DAE-8348-1300254CAFF1}" type="presParOf" srcId="{719BC104-DA90-4360-BF27-590604368C1E}" destId="{B695585A-94CE-4E19-A4B3-1916C55AE06E}" srcOrd="1" destOrd="0" presId="urn:microsoft.com/office/officeart/2018/2/layout/IconLabelList"/>
    <dgm:cxn modelId="{2977E9A7-163E-4C6A-80F0-03227687BC71}" type="presParOf" srcId="{719BC104-DA90-4360-BF27-590604368C1E}" destId="{F12EA57D-D4BC-4244-9F2A-8A7CAB00EEB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B1A97F-AD76-40C8-B4BB-F8B72A40FB00}" type="doc">
      <dgm:prSet loTypeId="urn:microsoft.com/office/officeart/2005/8/layout/matrix3" loCatId="matrix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3EF67D0-EDE7-401D-9956-A1297F885663}">
      <dgm:prSet/>
      <dgm:spPr/>
      <dgm:t>
        <a:bodyPr/>
        <a:lstStyle/>
        <a:p>
          <a:r>
            <a:rPr lang="en-US"/>
            <a:t>Agile </a:t>
          </a:r>
        </a:p>
      </dgm:t>
    </dgm:pt>
    <dgm:pt modelId="{C684B56B-6FD3-4843-85D5-7BDDF8B1CFB9}" type="parTrans" cxnId="{3D9C01E2-38AE-4501-8A2E-37F7A72A74F3}">
      <dgm:prSet/>
      <dgm:spPr/>
      <dgm:t>
        <a:bodyPr/>
        <a:lstStyle/>
        <a:p>
          <a:endParaRPr lang="en-US"/>
        </a:p>
      </dgm:t>
    </dgm:pt>
    <dgm:pt modelId="{0B3D3F7C-FDAC-4D39-858B-17009A2C3BB8}" type="sibTrans" cxnId="{3D9C01E2-38AE-4501-8A2E-37F7A72A74F3}">
      <dgm:prSet/>
      <dgm:spPr/>
      <dgm:t>
        <a:bodyPr/>
        <a:lstStyle/>
        <a:p>
          <a:endParaRPr lang="en-US"/>
        </a:p>
      </dgm:t>
    </dgm:pt>
    <dgm:pt modelId="{E68B5962-24AF-4068-BE0A-39018493CC42}">
      <dgm:prSet/>
      <dgm:spPr/>
      <dgm:t>
        <a:bodyPr/>
        <a:lstStyle/>
        <a:p>
          <a:r>
            <a:rPr lang="en-US" dirty="0"/>
            <a:t>CI/CD (Continuous Integration / Continuous Delivery)</a:t>
          </a:r>
        </a:p>
      </dgm:t>
    </dgm:pt>
    <dgm:pt modelId="{C8E1552E-90D0-47B5-89DB-71D5D1AC890A}" type="parTrans" cxnId="{45FD7598-6CDC-498A-A3A3-3BC2517E30C6}">
      <dgm:prSet/>
      <dgm:spPr/>
      <dgm:t>
        <a:bodyPr/>
        <a:lstStyle/>
        <a:p>
          <a:endParaRPr lang="en-US"/>
        </a:p>
      </dgm:t>
    </dgm:pt>
    <dgm:pt modelId="{AABB036A-AB6A-453C-92B1-7D71F95D24C2}" type="sibTrans" cxnId="{45FD7598-6CDC-498A-A3A3-3BC2517E30C6}">
      <dgm:prSet/>
      <dgm:spPr/>
      <dgm:t>
        <a:bodyPr/>
        <a:lstStyle/>
        <a:p>
          <a:endParaRPr lang="en-US"/>
        </a:p>
      </dgm:t>
    </dgm:pt>
    <dgm:pt modelId="{B283CCAD-395B-4776-AE63-1B0ACE6DD6BA}">
      <dgm:prSet/>
      <dgm:spPr/>
      <dgm:t>
        <a:bodyPr/>
        <a:lstStyle/>
        <a:p>
          <a:r>
            <a:rPr lang="en-US"/>
            <a:t>Containerization</a:t>
          </a:r>
        </a:p>
      </dgm:t>
    </dgm:pt>
    <dgm:pt modelId="{1B2030C3-D9B0-44AC-9D6C-939283817D91}" type="parTrans" cxnId="{1D1AD4C5-2364-4554-8AA5-9B895482FC49}">
      <dgm:prSet/>
      <dgm:spPr/>
      <dgm:t>
        <a:bodyPr/>
        <a:lstStyle/>
        <a:p>
          <a:endParaRPr lang="en-US"/>
        </a:p>
      </dgm:t>
    </dgm:pt>
    <dgm:pt modelId="{673DC061-FD98-4429-80D9-C0F7666B41F8}" type="sibTrans" cxnId="{1D1AD4C5-2364-4554-8AA5-9B895482FC49}">
      <dgm:prSet/>
      <dgm:spPr/>
      <dgm:t>
        <a:bodyPr/>
        <a:lstStyle/>
        <a:p>
          <a:endParaRPr lang="en-US"/>
        </a:p>
      </dgm:t>
    </dgm:pt>
    <dgm:pt modelId="{DFA54F02-C727-46A0-AC64-A42AD7893AE4}">
      <dgm:prSet/>
      <dgm:spPr/>
      <dgm:t>
        <a:bodyPr/>
        <a:lstStyle/>
        <a:p>
          <a:r>
            <a:rPr lang="en-US"/>
            <a:t>Orchestration</a:t>
          </a:r>
        </a:p>
      </dgm:t>
    </dgm:pt>
    <dgm:pt modelId="{5995330B-5A8C-488F-9060-C3724671B920}" type="parTrans" cxnId="{1535B3DC-994F-4ED3-AB06-647F7FBAC51A}">
      <dgm:prSet/>
      <dgm:spPr/>
      <dgm:t>
        <a:bodyPr/>
        <a:lstStyle/>
        <a:p>
          <a:endParaRPr lang="en-US"/>
        </a:p>
      </dgm:t>
    </dgm:pt>
    <dgm:pt modelId="{2EDFC84D-4722-4D6C-9C65-BBF34DB15512}" type="sibTrans" cxnId="{1535B3DC-994F-4ED3-AB06-647F7FBAC51A}">
      <dgm:prSet/>
      <dgm:spPr/>
      <dgm:t>
        <a:bodyPr/>
        <a:lstStyle/>
        <a:p>
          <a:endParaRPr lang="en-US"/>
        </a:p>
      </dgm:t>
    </dgm:pt>
    <dgm:pt modelId="{6ABE5C8E-AC55-4F42-B7D7-D6556ED90DCF}" type="pres">
      <dgm:prSet presAssocID="{E9B1A97F-AD76-40C8-B4BB-F8B72A40FB00}" presName="matrix" presStyleCnt="0">
        <dgm:presLayoutVars>
          <dgm:chMax val="1"/>
          <dgm:dir/>
          <dgm:resizeHandles val="exact"/>
        </dgm:presLayoutVars>
      </dgm:prSet>
      <dgm:spPr/>
    </dgm:pt>
    <dgm:pt modelId="{1177F91B-1361-4B4C-A3AD-EEF53C114F96}" type="pres">
      <dgm:prSet presAssocID="{E9B1A97F-AD76-40C8-B4BB-F8B72A40FB00}" presName="diamond" presStyleLbl="bgShp" presStyleIdx="0" presStyleCnt="1"/>
      <dgm:spPr/>
    </dgm:pt>
    <dgm:pt modelId="{2EE36E97-A67F-4EB3-B574-942FCFA99FFD}" type="pres">
      <dgm:prSet presAssocID="{E9B1A97F-AD76-40C8-B4BB-F8B72A40FB0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5E5FB9F-0C8B-4CC5-9558-BE026565BE8C}" type="pres">
      <dgm:prSet presAssocID="{E9B1A97F-AD76-40C8-B4BB-F8B72A40FB0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A1D6D6A-0F45-48BA-BFF3-38642ACB9355}" type="pres">
      <dgm:prSet presAssocID="{E9B1A97F-AD76-40C8-B4BB-F8B72A40FB0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FB6599E-33F9-4AC3-8145-1FFEC0F0ECF8}" type="pres">
      <dgm:prSet presAssocID="{E9B1A97F-AD76-40C8-B4BB-F8B72A40FB0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7740722-4F47-4DBB-AC68-9E4BF6E48B5A}" type="presOf" srcId="{E68B5962-24AF-4068-BE0A-39018493CC42}" destId="{C5E5FB9F-0C8B-4CC5-9558-BE026565BE8C}" srcOrd="0" destOrd="0" presId="urn:microsoft.com/office/officeart/2005/8/layout/matrix3"/>
    <dgm:cxn modelId="{FB8ED78C-EF0A-4A05-A14E-E4C15EA01224}" type="presOf" srcId="{43EF67D0-EDE7-401D-9956-A1297F885663}" destId="{2EE36E97-A67F-4EB3-B574-942FCFA99FFD}" srcOrd="0" destOrd="0" presId="urn:microsoft.com/office/officeart/2005/8/layout/matrix3"/>
    <dgm:cxn modelId="{45FD7598-6CDC-498A-A3A3-3BC2517E30C6}" srcId="{E9B1A97F-AD76-40C8-B4BB-F8B72A40FB00}" destId="{E68B5962-24AF-4068-BE0A-39018493CC42}" srcOrd="1" destOrd="0" parTransId="{C8E1552E-90D0-47B5-89DB-71D5D1AC890A}" sibTransId="{AABB036A-AB6A-453C-92B1-7D71F95D24C2}"/>
    <dgm:cxn modelId="{119297A3-8ABB-40C9-92B8-CF2AE592978C}" type="presOf" srcId="{E9B1A97F-AD76-40C8-B4BB-F8B72A40FB00}" destId="{6ABE5C8E-AC55-4F42-B7D7-D6556ED90DCF}" srcOrd="0" destOrd="0" presId="urn:microsoft.com/office/officeart/2005/8/layout/matrix3"/>
    <dgm:cxn modelId="{1D1AD4C5-2364-4554-8AA5-9B895482FC49}" srcId="{E9B1A97F-AD76-40C8-B4BB-F8B72A40FB00}" destId="{B283CCAD-395B-4776-AE63-1B0ACE6DD6BA}" srcOrd="2" destOrd="0" parTransId="{1B2030C3-D9B0-44AC-9D6C-939283817D91}" sibTransId="{673DC061-FD98-4429-80D9-C0F7666B41F8}"/>
    <dgm:cxn modelId="{ADDE7AD7-0AEF-4F72-AAA4-19FDEF9EABCB}" type="presOf" srcId="{B283CCAD-395B-4776-AE63-1B0ACE6DD6BA}" destId="{2A1D6D6A-0F45-48BA-BFF3-38642ACB9355}" srcOrd="0" destOrd="0" presId="urn:microsoft.com/office/officeart/2005/8/layout/matrix3"/>
    <dgm:cxn modelId="{1C41C3D8-59F4-4881-9526-2E6A697CB683}" type="presOf" srcId="{DFA54F02-C727-46A0-AC64-A42AD7893AE4}" destId="{8FB6599E-33F9-4AC3-8145-1FFEC0F0ECF8}" srcOrd="0" destOrd="0" presId="urn:microsoft.com/office/officeart/2005/8/layout/matrix3"/>
    <dgm:cxn modelId="{1535B3DC-994F-4ED3-AB06-647F7FBAC51A}" srcId="{E9B1A97F-AD76-40C8-B4BB-F8B72A40FB00}" destId="{DFA54F02-C727-46A0-AC64-A42AD7893AE4}" srcOrd="3" destOrd="0" parTransId="{5995330B-5A8C-488F-9060-C3724671B920}" sibTransId="{2EDFC84D-4722-4D6C-9C65-BBF34DB15512}"/>
    <dgm:cxn modelId="{3D9C01E2-38AE-4501-8A2E-37F7A72A74F3}" srcId="{E9B1A97F-AD76-40C8-B4BB-F8B72A40FB00}" destId="{43EF67D0-EDE7-401D-9956-A1297F885663}" srcOrd="0" destOrd="0" parTransId="{C684B56B-6FD3-4843-85D5-7BDDF8B1CFB9}" sibTransId="{0B3D3F7C-FDAC-4D39-858B-17009A2C3BB8}"/>
    <dgm:cxn modelId="{55B9C598-9078-4900-9731-B3710C3FC059}" type="presParOf" srcId="{6ABE5C8E-AC55-4F42-B7D7-D6556ED90DCF}" destId="{1177F91B-1361-4B4C-A3AD-EEF53C114F96}" srcOrd="0" destOrd="0" presId="urn:microsoft.com/office/officeart/2005/8/layout/matrix3"/>
    <dgm:cxn modelId="{D5E317D6-CD78-4FF9-8515-F947B7E71A6A}" type="presParOf" srcId="{6ABE5C8E-AC55-4F42-B7D7-D6556ED90DCF}" destId="{2EE36E97-A67F-4EB3-B574-942FCFA99FFD}" srcOrd="1" destOrd="0" presId="urn:microsoft.com/office/officeart/2005/8/layout/matrix3"/>
    <dgm:cxn modelId="{252B2302-2345-4F66-A9BC-C3B88FC65207}" type="presParOf" srcId="{6ABE5C8E-AC55-4F42-B7D7-D6556ED90DCF}" destId="{C5E5FB9F-0C8B-4CC5-9558-BE026565BE8C}" srcOrd="2" destOrd="0" presId="urn:microsoft.com/office/officeart/2005/8/layout/matrix3"/>
    <dgm:cxn modelId="{E9CC687F-D165-4761-95A8-C11BB1F1F79B}" type="presParOf" srcId="{6ABE5C8E-AC55-4F42-B7D7-D6556ED90DCF}" destId="{2A1D6D6A-0F45-48BA-BFF3-38642ACB9355}" srcOrd="3" destOrd="0" presId="urn:microsoft.com/office/officeart/2005/8/layout/matrix3"/>
    <dgm:cxn modelId="{AB866EF4-D235-485F-AD08-FA9EEE0DC0AB}" type="presParOf" srcId="{6ABE5C8E-AC55-4F42-B7D7-D6556ED90DCF}" destId="{8FB6599E-33F9-4AC3-8145-1FFEC0F0ECF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F52CB7C-214A-4738-9F00-98DAA4E67B1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58F5A9-253F-46DC-844E-C74D577781F3}">
      <dgm:prSet/>
      <dgm:spPr/>
      <dgm:t>
        <a:bodyPr/>
        <a:lstStyle/>
        <a:p>
          <a:r>
            <a:rPr lang="en-US"/>
            <a:t>Understand three major service communication protocols: REST, SOAP, and gRPC</a:t>
          </a:r>
        </a:p>
      </dgm:t>
    </dgm:pt>
    <dgm:pt modelId="{3963964C-F06A-4C11-9207-5AE59535FA70}" type="parTrans" cxnId="{1D816243-2DB6-4869-B6B0-EC9095EBF4FD}">
      <dgm:prSet/>
      <dgm:spPr/>
      <dgm:t>
        <a:bodyPr/>
        <a:lstStyle/>
        <a:p>
          <a:endParaRPr lang="en-US"/>
        </a:p>
      </dgm:t>
    </dgm:pt>
    <dgm:pt modelId="{D7635789-DC22-4823-B830-C2294E4835BC}" type="sibTrans" cxnId="{1D816243-2DB6-4869-B6B0-EC9095EBF4FD}">
      <dgm:prSet/>
      <dgm:spPr/>
      <dgm:t>
        <a:bodyPr/>
        <a:lstStyle/>
        <a:p>
          <a:endParaRPr lang="en-US"/>
        </a:p>
      </dgm:t>
    </dgm:pt>
    <dgm:pt modelId="{63EADE68-BF45-4EA9-A838-CD137265EFC7}">
      <dgm:prSet/>
      <dgm:spPr/>
      <dgm:t>
        <a:bodyPr/>
        <a:lstStyle/>
        <a:p>
          <a:r>
            <a:rPr lang="en-US"/>
            <a:t>Compare their strengths, weaknesses, and use cases</a:t>
          </a:r>
        </a:p>
      </dgm:t>
    </dgm:pt>
    <dgm:pt modelId="{9249CDE7-6511-4D5B-8E01-8903B98FCE37}" type="parTrans" cxnId="{89A6105D-0C16-4741-8B73-18826B777B9D}">
      <dgm:prSet/>
      <dgm:spPr/>
      <dgm:t>
        <a:bodyPr/>
        <a:lstStyle/>
        <a:p>
          <a:endParaRPr lang="en-US"/>
        </a:p>
      </dgm:t>
    </dgm:pt>
    <dgm:pt modelId="{CCEAD526-E3AA-474D-A74D-42E6B38A27DA}" type="sibTrans" cxnId="{89A6105D-0C16-4741-8B73-18826B777B9D}">
      <dgm:prSet/>
      <dgm:spPr/>
      <dgm:t>
        <a:bodyPr/>
        <a:lstStyle/>
        <a:p>
          <a:endParaRPr lang="en-US"/>
        </a:p>
      </dgm:t>
    </dgm:pt>
    <dgm:pt modelId="{10617EEC-0709-41A5-824F-1C944B44E1AC}">
      <dgm:prSet/>
      <dgm:spPr/>
      <dgm:t>
        <a:bodyPr/>
        <a:lstStyle/>
        <a:p>
          <a:r>
            <a:rPr lang="en-US"/>
            <a:t>Explore message format options and their trade-offs</a:t>
          </a:r>
        </a:p>
      </dgm:t>
    </dgm:pt>
    <dgm:pt modelId="{E6DBF379-5803-42E2-8E99-15B9D5F942AC}" type="parTrans" cxnId="{ACE92BF4-53AD-46EB-931E-8F57F4947AF9}">
      <dgm:prSet/>
      <dgm:spPr/>
      <dgm:t>
        <a:bodyPr/>
        <a:lstStyle/>
        <a:p>
          <a:endParaRPr lang="en-US"/>
        </a:p>
      </dgm:t>
    </dgm:pt>
    <dgm:pt modelId="{31BBB088-9AE0-4B53-B93A-88EE7F5FD4D9}" type="sibTrans" cxnId="{ACE92BF4-53AD-46EB-931E-8F57F4947AF9}">
      <dgm:prSet/>
      <dgm:spPr/>
      <dgm:t>
        <a:bodyPr/>
        <a:lstStyle/>
        <a:p>
          <a:endParaRPr lang="en-US"/>
        </a:p>
      </dgm:t>
    </dgm:pt>
    <dgm:pt modelId="{9F9821AD-D4B5-4DCA-A674-535A766D3ED3}">
      <dgm:prSet/>
      <dgm:spPr/>
      <dgm:t>
        <a:bodyPr/>
        <a:lstStyle/>
        <a:p>
          <a:r>
            <a:rPr lang="en-US"/>
            <a:t>Learn API versioning strategies and backward compatibility</a:t>
          </a:r>
        </a:p>
      </dgm:t>
    </dgm:pt>
    <dgm:pt modelId="{5BEB396C-F403-42FC-93EB-63E4FC7AE819}" type="parTrans" cxnId="{4E622066-DA43-4E29-BC1F-6399AD47ECCA}">
      <dgm:prSet/>
      <dgm:spPr/>
      <dgm:t>
        <a:bodyPr/>
        <a:lstStyle/>
        <a:p>
          <a:endParaRPr lang="en-US"/>
        </a:p>
      </dgm:t>
    </dgm:pt>
    <dgm:pt modelId="{F8D0EC9A-7614-4FE1-9F80-2D08839CAD6A}" type="sibTrans" cxnId="{4E622066-DA43-4E29-BC1F-6399AD47ECCA}">
      <dgm:prSet/>
      <dgm:spPr/>
      <dgm:t>
        <a:bodyPr/>
        <a:lstStyle/>
        <a:p>
          <a:endParaRPr lang="en-US"/>
        </a:p>
      </dgm:t>
    </dgm:pt>
    <dgm:pt modelId="{61A45F63-3612-4A07-A121-F86C04AF42C3}">
      <dgm:prSet/>
      <dgm:spPr/>
      <dgm:t>
        <a:bodyPr/>
        <a:lstStyle/>
        <a:p>
          <a:r>
            <a:rPr lang="en-US"/>
            <a:t>Apply these concepts to your group project architecture</a:t>
          </a:r>
        </a:p>
      </dgm:t>
    </dgm:pt>
    <dgm:pt modelId="{BD5CA484-497E-4423-8A18-28F942FA21E1}" type="parTrans" cxnId="{92ED1CF7-D4BC-4234-9326-130A031FE459}">
      <dgm:prSet/>
      <dgm:spPr/>
      <dgm:t>
        <a:bodyPr/>
        <a:lstStyle/>
        <a:p>
          <a:endParaRPr lang="en-US"/>
        </a:p>
      </dgm:t>
    </dgm:pt>
    <dgm:pt modelId="{07B06162-B8AF-45D0-BF4D-98219809AA67}" type="sibTrans" cxnId="{92ED1CF7-D4BC-4234-9326-130A031FE459}">
      <dgm:prSet/>
      <dgm:spPr/>
      <dgm:t>
        <a:bodyPr/>
        <a:lstStyle/>
        <a:p>
          <a:endParaRPr lang="en-US"/>
        </a:p>
      </dgm:t>
    </dgm:pt>
    <dgm:pt modelId="{57389612-1D84-44BB-A26B-59C0EEEA2554}" type="pres">
      <dgm:prSet presAssocID="{EF52CB7C-214A-4738-9F00-98DAA4E67B1D}" presName="root" presStyleCnt="0">
        <dgm:presLayoutVars>
          <dgm:dir/>
          <dgm:resizeHandles val="exact"/>
        </dgm:presLayoutVars>
      </dgm:prSet>
      <dgm:spPr/>
    </dgm:pt>
    <dgm:pt modelId="{6F2C3223-98AE-408F-9BC3-11E9BB700B39}" type="pres">
      <dgm:prSet presAssocID="{EF52CB7C-214A-4738-9F00-98DAA4E67B1D}" presName="container" presStyleCnt="0">
        <dgm:presLayoutVars>
          <dgm:dir/>
          <dgm:resizeHandles val="exact"/>
        </dgm:presLayoutVars>
      </dgm:prSet>
      <dgm:spPr/>
    </dgm:pt>
    <dgm:pt modelId="{0AD1A118-C0F1-4D1D-A6CE-4E4469A533EC}" type="pres">
      <dgm:prSet presAssocID="{2E58F5A9-253F-46DC-844E-C74D577781F3}" presName="compNode" presStyleCnt="0"/>
      <dgm:spPr/>
    </dgm:pt>
    <dgm:pt modelId="{CA0993F9-0D2D-416C-B531-004983CA4E5E}" type="pres">
      <dgm:prSet presAssocID="{2E58F5A9-253F-46DC-844E-C74D577781F3}" presName="iconBgRect" presStyleLbl="bgShp" presStyleIdx="0" presStyleCnt="5"/>
      <dgm:spPr/>
    </dgm:pt>
    <dgm:pt modelId="{3D4999DF-547A-4E9B-B3D1-49ADBB9B3570}" type="pres">
      <dgm:prSet presAssocID="{2E58F5A9-253F-46DC-844E-C74D577781F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A9576C8D-4F60-4F05-A7B3-D71715A28EC1}" type="pres">
      <dgm:prSet presAssocID="{2E58F5A9-253F-46DC-844E-C74D577781F3}" presName="spaceRect" presStyleCnt="0"/>
      <dgm:spPr/>
    </dgm:pt>
    <dgm:pt modelId="{73AF593B-B392-43E8-9928-606DD22935A9}" type="pres">
      <dgm:prSet presAssocID="{2E58F5A9-253F-46DC-844E-C74D577781F3}" presName="textRect" presStyleLbl="revTx" presStyleIdx="0" presStyleCnt="5">
        <dgm:presLayoutVars>
          <dgm:chMax val="1"/>
          <dgm:chPref val="1"/>
        </dgm:presLayoutVars>
      </dgm:prSet>
      <dgm:spPr/>
    </dgm:pt>
    <dgm:pt modelId="{CD57FD1F-D778-428C-A3C0-205C7B871F82}" type="pres">
      <dgm:prSet presAssocID="{D7635789-DC22-4823-B830-C2294E4835BC}" presName="sibTrans" presStyleLbl="sibTrans2D1" presStyleIdx="0" presStyleCnt="0"/>
      <dgm:spPr/>
    </dgm:pt>
    <dgm:pt modelId="{78DCE83D-7EF7-4BDF-85D7-16085F6DEE34}" type="pres">
      <dgm:prSet presAssocID="{63EADE68-BF45-4EA9-A838-CD137265EFC7}" presName="compNode" presStyleCnt="0"/>
      <dgm:spPr/>
    </dgm:pt>
    <dgm:pt modelId="{B8118E7C-DC44-450F-9810-782A995AD179}" type="pres">
      <dgm:prSet presAssocID="{63EADE68-BF45-4EA9-A838-CD137265EFC7}" presName="iconBgRect" presStyleLbl="bgShp" presStyleIdx="1" presStyleCnt="5"/>
      <dgm:spPr/>
    </dgm:pt>
    <dgm:pt modelId="{90EE4B34-43B6-49DC-A6AB-5DFE1B8D64B0}" type="pres">
      <dgm:prSet presAssocID="{63EADE68-BF45-4EA9-A838-CD137265EFC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29BFFE48-DC15-43C4-9DC9-0A33CA17AFAE}" type="pres">
      <dgm:prSet presAssocID="{63EADE68-BF45-4EA9-A838-CD137265EFC7}" presName="spaceRect" presStyleCnt="0"/>
      <dgm:spPr/>
    </dgm:pt>
    <dgm:pt modelId="{1F9375CD-091B-4DB3-B148-AB76D1F61121}" type="pres">
      <dgm:prSet presAssocID="{63EADE68-BF45-4EA9-A838-CD137265EFC7}" presName="textRect" presStyleLbl="revTx" presStyleIdx="1" presStyleCnt="5">
        <dgm:presLayoutVars>
          <dgm:chMax val="1"/>
          <dgm:chPref val="1"/>
        </dgm:presLayoutVars>
      </dgm:prSet>
      <dgm:spPr/>
    </dgm:pt>
    <dgm:pt modelId="{B3E10F07-4C47-4007-AD30-3BFD226E00E5}" type="pres">
      <dgm:prSet presAssocID="{CCEAD526-E3AA-474D-A74D-42E6B38A27DA}" presName="sibTrans" presStyleLbl="sibTrans2D1" presStyleIdx="0" presStyleCnt="0"/>
      <dgm:spPr/>
    </dgm:pt>
    <dgm:pt modelId="{5B468070-30D5-46CE-9DB1-25DF96A02887}" type="pres">
      <dgm:prSet presAssocID="{10617EEC-0709-41A5-824F-1C944B44E1AC}" presName="compNode" presStyleCnt="0"/>
      <dgm:spPr/>
    </dgm:pt>
    <dgm:pt modelId="{A1ADDFE0-6CEE-46D6-9F6C-077BB383C133}" type="pres">
      <dgm:prSet presAssocID="{10617EEC-0709-41A5-824F-1C944B44E1AC}" presName="iconBgRect" presStyleLbl="bgShp" presStyleIdx="2" presStyleCnt="5"/>
      <dgm:spPr/>
    </dgm:pt>
    <dgm:pt modelId="{74AD4DB9-4C1A-43E1-B98B-2CD4121736A9}" type="pres">
      <dgm:prSet presAssocID="{10617EEC-0709-41A5-824F-1C944B44E1A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4A8DDC1A-5340-48F1-9D75-34CDD07BA35E}" type="pres">
      <dgm:prSet presAssocID="{10617EEC-0709-41A5-824F-1C944B44E1AC}" presName="spaceRect" presStyleCnt="0"/>
      <dgm:spPr/>
    </dgm:pt>
    <dgm:pt modelId="{81987191-338F-44A4-8568-F7BE81CA322E}" type="pres">
      <dgm:prSet presAssocID="{10617EEC-0709-41A5-824F-1C944B44E1AC}" presName="textRect" presStyleLbl="revTx" presStyleIdx="2" presStyleCnt="5">
        <dgm:presLayoutVars>
          <dgm:chMax val="1"/>
          <dgm:chPref val="1"/>
        </dgm:presLayoutVars>
      </dgm:prSet>
      <dgm:spPr/>
    </dgm:pt>
    <dgm:pt modelId="{20262CEA-6EB2-427D-B0A0-D8AF5A36A924}" type="pres">
      <dgm:prSet presAssocID="{31BBB088-9AE0-4B53-B93A-88EE7F5FD4D9}" presName="sibTrans" presStyleLbl="sibTrans2D1" presStyleIdx="0" presStyleCnt="0"/>
      <dgm:spPr/>
    </dgm:pt>
    <dgm:pt modelId="{187806F6-09E8-4274-A113-64D4DB2FF809}" type="pres">
      <dgm:prSet presAssocID="{9F9821AD-D4B5-4DCA-A674-535A766D3ED3}" presName="compNode" presStyleCnt="0"/>
      <dgm:spPr/>
    </dgm:pt>
    <dgm:pt modelId="{9108095F-04E7-4847-AE81-F5A067ABD20E}" type="pres">
      <dgm:prSet presAssocID="{9F9821AD-D4B5-4DCA-A674-535A766D3ED3}" presName="iconBgRect" presStyleLbl="bgShp" presStyleIdx="3" presStyleCnt="5"/>
      <dgm:spPr/>
    </dgm:pt>
    <dgm:pt modelId="{3002E3F8-2FC4-4FAE-99E0-2A76B72BC7D7}" type="pres">
      <dgm:prSet presAssocID="{9F9821AD-D4B5-4DCA-A674-535A766D3ED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69074E8-7E0D-4304-85A8-C0C8139AC8F7}" type="pres">
      <dgm:prSet presAssocID="{9F9821AD-D4B5-4DCA-A674-535A766D3ED3}" presName="spaceRect" presStyleCnt="0"/>
      <dgm:spPr/>
    </dgm:pt>
    <dgm:pt modelId="{BFD7F94A-BD86-4B13-9844-52977CD63ACA}" type="pres">
      <dgm:prSet presAssocID="{9F9821AD-D4B5-4DCA-A674-535A766D3ED3}" presName="textRect" presStyleLbl="revTx" presStyleIdx="3" presStyleCnt="5">
        <dgm:presLayoutVars>
          <dgm:chMax val="1"/>
          <dgm:chPref val="1"/>
        </dgm:presLayoutVars>
      </dgm:prSet>
      <dgm:spPr/>
    </dgm:pt>
    <dgm:pt modelId="{B0FE60A8-B0FF-460E-8AC9-ABCA37F7794A}" type="pres">
      <dgm:prSet presAssocID="{F8D0EC9A-7614-4FE1-9F80-2D08839CAD6A}" presName="sibTrans" presStyleLbl="sibTrans2D1" presStyleIdx="0" presStyleCnt="0"/>
      <dgm:spPr/>
    </dgm:pt>
    <dgm:pt modelId="{92C65D11-8E1F-44C0-A26E-00D94A1B138D}" type="pres">
      <dgm:prSet presAssocID="{61A45F63-3612-4A07-A121-F86C04AF42C3}" presName="compNode" presStyleCnt="0"/>
      <dgm:spPr/>
    </dgm:pt>
    <dgm:pt modelId="{D67C327B-E572-4718-B1D5-7520783627E9}" type="pres">
      <dgm:prSet presAssocID="{61A45F63-3612-4A07-A121-F86C04AF42C3}" presName="iconBgRect" presStyleLbl="bgShp" presStyleIdx="4" presStyleCnt="5"/>
      <dgm:spPr/>
    </dgm:pt>
    <dgm:pt modelId="{B5092448-B790-4D39-9408-23B14A94CE84}" type="pres">
      <dgm:prSet presAssocID="{61A45F63-3612-4A07-A121-F86C04AF42C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8EFFBDB-A51C-4B34-B44C-61F174870DB2}" type="pres">
      <dgm:prSet presAssocID="{61A45F63-3612-4A07-A121-F86C04AF42C3}" presName="spaceRect" presStyleCnt="0"/>
      <dgm:spPr/>
    </dgm:pt>
    <dgm:pt modelId="{55E3F59C-27DC-4440-8A5C-89A56BA72D9F}" type="pres">
      <dgm:prSet presAssocID="{61A45F63-3612-4A07-A121-F86C04AF42C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81FEA28-8A46-4192-97EE-8CAD39B58518}" type="presOf" srcId="{63EADE68-BF45-4EA9-A838-CD137265EFC7}" destId="{1F9375CD-091B-4DB3-B148-AB76D1F61121}" srcOrd="0" destOrd="0" presId="urn:microsoft.com/office/officeart/2018/2/layout/IconCircleList"/>
    <dgm:cxn modelId="{19BA702E-41D3-400E-B38C-2313EFD5EAE0}" type="presOf" srcId="{F8D0EC9A-7614-4FE1-9F80-2D08839CAD6A}" destId="{B0FE60A8-B0FF-460E-8AC9-ABCA37F7794A}" srcOrd="0" destOrd="0" presId="urn:microsoft.com/office/officeart/2018/2/layout/IconCircleList"/>
    <dgm:cxn modelId="{DEFCC43A-7098-4E8E-A586-0DC293DF0046}" type="presOf" srcId="{D7635789-DC22-4823-B830-C2294E4835BC}" destId="{CD57FD1F-D778-428C-A3C0-205C7B871F82}" srcOrd="0" destOrd="0" presId="urn:microsoft.com/office/officeart/2018/2/layout/IconCircleList"/>
    <dgm:cxn modelId="{89A6105D-0C16-4741-8B73-18826B777B9D}" srcId="{EF52CB7C-214A-4738-9F00-98DAA4E67B1D}" destId="{63EADE68-BF45-4EA9-A838-CD137265EFC7}" srcOrd="1" destOrd="0" parTransId="{9249CDE7-6511-4D5B-8E01-8903B98FCE37}" sibTransId="{CCEAD526-E3AA-474D-A74D-42E6B38A27DA}"/>
    <dgm:cxn modelId="{1D816243-2DB6-4869-B6B0-EC9095EBF4FD}" srcId="{EF52CB7C-214A-4738-9F00-98DAA4E67B1D}" destId="{2E58F5A9-253F-46DC-844E-C74D577781F3}" srcOrd="0" destOrd="0" parTransId="{3963964C-F06A-4C11-9207-5AE59535FA70}" sibTransId="{D7635789-DC22-4823-B830-C2294E4835BC}"/>
    <dgm:cxn modelId="{4E622066-DA43-4E29-BC1F-6399AD47ECCA}" srcId="{EF52CB7C-214A-4738-9F00-98DAA4E67B1D}" destId="{9F9821AD-D4B5-4DCA-A674-535A766D3ED3}" srcOrd="3" destOrd="0" parTransId="{5BEB396C-F403-42FC-93EB-63E4FC7AE819}" sibTransId="{F8D0EC9A-7614-4FE1-9F80-2D08839CAD6A}"/>
    <dgm:cxn modelId="{2B855D55-227C-4993-A052-16DF4AD3F983}" type="presOf" srcId="{CCEAD526-E3AA-474D-A74D-42E6B38A27DA}" destId="{B3E10F07-4C47-4007-AD30-3BFD226E00E5}" srcOrd="0" destOrd="0" presId="urn:microsoft.com/office/officeart/2018/2/layout/IconCircleList"/>
    <dgm:cxn modelId="{33561A81-18CD-4DB3-931B-4E3795BE0677}" type="presOf" srcId="{2E58F5A9-253F-46DC-844E-C74D577781F3}" destId="{73AF593B-B392-43E8-9928-606DD22935A9}" srcOrd="0" destOrd="0" presId="urn:microsoft.com/office/officeart/2018/2/layout/IconCircleList"/>
    <dgm:cxn modelId="{456BC59E-94AA-4D23-BFC7-61783E52A843}" type="presOf" srcId="{9F9821AD-D4B5-4DCA-A674-535A766D3ED3}" destId="{BFD7F94A-BD86-4B13-9844-52977CD63ACA}" srcOrd="0" destOrd="0" presId="urn:microsoft.com/office/officeart/2018/2/layout/IconCircleList"/>
    <dgm:cxn modelId="{AD8E3AAA-F61A-44F7-B28C-94A54C70E441}" type="presOf" srcId="{31BBB088-9AE0-4B53-B93A-88EE7F5FD4D9}" destId="{20262CEA-6EB2-427D-B0A0-D8AF5A36A924}" srcOrd="0" destOrd="0" presId="urn:microsoft.com/office/officeart/2018/2/layout/IconCircleList"/>
    <dgm:cxn modelId="{A0693EBA-6AAF-4634-B3B4-E1DA1788D93F}" type="presOf" srcId="{EF52CB7C-214A-4738-9F00-98DAA4E67B1D}" destId="{57389612-1D84-44BB-A26B-59C0EEEA2554}" srcOrd="0" destOrd="0" presId="urn:microsoft.com/office/officeart/2018/2/layout/IconCircleList"/>
    <dgm:cxn modelId="{80118EC6-73BC-43D0-894E-1697D008553E}" type="presOf" srcId="{10617EEC-0709-41A5-824F-1C944B44E1AC}" destId="{81987191-338F-44A4-8568-F7BE81CA322E}" srcOrd="0" destOrd="0" presId="urn:microsoft.com/office/officeart/2018/2/layout/IconCircleList"/>
    <dgm:cxn modelId="{DE4841D8-3680-47AB-B911-5D970BA78229}" type="presOf" srcId="{61A45F63-3612-4A07-A121-F86C04AF42C3}" destId="{55E3F59C-27DC-4440-8A5C-89A56BA72D9F}" srcOrd="0" destOrd="0" presId="urn:microsoft.com/office/officeart/2018/2/layout/IconCircleList"/>
    <dgm:cxn modelId="{ACE92BF4-53AD-46EB-931E-8F57F4947AF9}" srcId="{EF52CB7C-214A-4738-9F00-98DAA4E67B1D}" destId="{10617EEC-0709-41A5-824F-1C944B44E1AC}" srcOrd="2" destOrd="0" parTransId="{E6DBF379-5803-42E2-8E99-15B9D5F942AC}" sibTransId="{31BBB088-9AE0-4B53-B93A-88EE7F5FD4D9}"/>
    <dgm:cxn modelId="{92ED1CF7-D4BC-4234-9326-130A031FE459}" srcId="{EF52CB7C-214A-4738-9F00-98DAA4E67B1D}" destId="{61A45F63-3612-4A07-A121-F86C04AF42C3}" srcOrd="4" destOrd="0" parTransId="{BD5CA484-497E-4423-8A18-28F942FA21E1}" sibTransId="{07B06162-B8AF-45D0-BF4D-98219809AA67}"/>
    <dgm:cxn modelId="{CFEB2A31-B956-48D2-A4D1-ADB61F4A9011}" type="presParOf" srcId="{57389612-1D84-44BB-A26B-59C0EEEA2554}" destId="{6F2C3223-98AE-408F-9BC3-11E9BB700B39}" srcOrd="0" destOrd="0" presId="urn:microsoft.com/office/officeart/2018/2/layout/IconCircleList"/>
    <dgm:cxn modelId="{F197A02D-1939-45A8-97D8-9CA19B3F7A3B}" type="presParOf" srcId="{6F2C3223-98AE-408F-9BC3-11E9BB700B39}" destId="{0AD1A118-C0F1-4D1D-A6CE-4E4469A533EC}" srcOrd="0" destOrd="0" presId="urn:microsoft.com/office/officeart/2018/2/layout/IconCircleList"/>
    <dgm:cxn modelId="{FE50B24B-E5AC-498F-BEED-9CA79CC0C11C}" type="presParOf" srcId="{0AD1A118-C0F1-4D1D-A6CE-4E4469A533EC}" destId="{CA0993F9-0D2D-416C-B531-004983CA4E5E}" srcOrd="0" destOrd="0" presId="urn:microsoft.com/office/officeart/2018/2/layout/IconCircleList"/>
    <dgm:cxn modelId="{0DEB37B1-60DA-48AA-9F8E-0A47DC551CCC}" type="presParOf" srcId="{0AD1A118-C0F1-4D1D-A6CE-4E4469A533EC}" destId="{3D4999DF-547A-4E9B-B3D1-49ADBB9B3570}" srcOrd="1" destOrd="0" presId="urn:microsoft.com/office/officeart/2018/2/layout/IconCircleList"/>
    <dgm:cxn modelId="{9B813D73-2DD6-4481-823B-EEB044325C92}" type="presParOf" srcId="{0AD1A118-C0F1-4D1D-A6CE-4E4469A533EC}" destId="{A9576C8D-4F60-4F05-A7B3-D71715A28EC1}" srcOrd="2" destOrd="0" presId="urn:microsoft.com/office/officeart/2018/2/layout/IconCircleList"/>
    <dgm:cxn modelId="{05CA9C66-AE4C-40AB-80D9-D6A135763A59}" type="presParOf" srcId="{0AD1A118-C0F1-4D1D-A6CE-4E4469A533EC}" destId="{73AF593B-B392-43E8-9928-606DD22935A9}" srcOrd="3" destOrd="0" presId="urn:microsoft.com/office/officeart/2018/2/layout/IconCircleList"/>
    <dgm:cxn modelId="{4D266BBA-83DC-46ED-82DD-4E47556A328C}" type="presParOf" srcId="{6F2C3223-98AE-408F-9BC3-11E9BB700B39}" destId="{CD57FD1F-D778-428C-A3C0-205C7B871F82}" srcOrd="1" destOrd="0" presId="urn:microsoft.com/office/officeart/2018/2/layout/IconCircleList"/>
    <dgm:cxn modelId="{0BFC5C42-98FF-423B-A234-1E5E3DF5BBA9}" type="presParOf" srcId="{6F2C3223-98AE-408F-9BC3-11E9BB700B39}" destId="{78DCE83D-7EF7-4BDF-85D7-16085F6DEE34}" srcOrd="2" destOrd="0" presId="urn:microsoft.com/office/officeart/2018/2/layout/IconCircleList"/>
    <dgm:cxn modelId="{F9E55501-7E56-4A62-B9CE-DB3FE33D3348}" type="presParOf" srcId="{78DCE83D-7EF7-4BDF-85D7-16085F6DEE34}" destId="{B8118E7C-DC44-450F-9810-782A995AD179}" srcOrd="0" destOrd="0" presId="urn:microsoft.com/office/officeart/2018/2/layout/IconCircleList"/>
    <dgm:cxn modelId="{4D01E840-AEEF-4EDD-9BAF-0A60BAE91634}" type="presParOf" srcId="{78DCE83D-7EF7-4BDF-85D7-16085F6DEE34}" destId="{90EE4B34-43B6-49DC-A6AB-5DFE1B8D64B0}" srcOrd="1" destOrd="0" presId="urn:microsoft.com/office/officeart/2018/2/layout/IconCircleList"/>
    <dgm:cxn modelId="{E4A23842-9349-445D-A738-EFB4EE40BAE6}" type="presParOf" srcId="{78DCE83D-7EF7-4BDF-85D7-16085F6DEE34}" destId="{29BFFE48-DC15-43C4-9DC9-0A33CA17AFAE}" srcOrd="2" destOrd="0" presId="urn:microsoft.com/office/officeart/2018/2/layout/IconCircleList"/>
    <dgm:cxn modelId="{EACA0731-9843-425F-9562-F1D25C3614DD}" type="presParOf" srcId="{78DCE83D-7EF7-4BDF-85D7-16085F6DEE34}" destId="{1F9375CD-091B-4DB3-B148-AB76D1F61121}" srcOrd="3" destOrd="0" presId="urn:microsoft.com/office/officeart/2018/2/layout/IconCircleList"/>
    <dgm:cxn modelId="{7BE2288A-067E-491E-8ACE-8ACBE0B8331E}" type="presParOf" srcId="{6F2C3223-98AE-408F-9BC3-11E9BB700B39}" destId="{B3E10F07-4C47-4007-AD30-3BFD226E00E5}" srcOrd="3" destOrd="0" presId="urn:microsoft.com/office/officeart/2018/2/layout/IconCircleList"/>
    <dgm:cxn modelId="{4B57B2A6-F206-4E46-8A62-FE5DF12278C6}" type="presParOf" srcId="{6F2C3223-98AE-408F-9BC3-11E9BB700B39}" destId="{5B468070-30D5-46CE-9DB1-25DF96A02887}" srcOrd="4" destOrd="0" presId="urn:microsoft.com/office/officeart/2018/2/layout/IconCircleList"/>
    <dgm:cxn modelId="{1DA226CB-5DA1-4238-AB75-D1F4CBE92DFF}" type="presParOf" srcId="{5B468070-30D5-46CE-9DB1-25DF96A02887}" destId="{A1ADDFE0-6CEE-46D6-9F6C-077BB383C133}" srcOrd="0" destOrd="0" presId="urn:microsoft.com/office/officeart/2018/2/layout/IconCircleList"/>
    <dgm:cxn modelId="{3C74C014-CB3D-4E9C-A207-4F2072E03EDC}" type="presParOf" srcId="{5B468070-30D5-46CE-9DB1-25DF96A02887}" destId="{74AD4DB9-4C1A-43E1-B98B-2CD4121736A9}" srcOrd="1" destOrd="0" presId="urn:microsoft.com/office/officeart/2018/2/layout/IconCircleList"/>
    <dgm:cxn modelId="{81ADAF1C-4FED-45E0-9C6D-E6B437A44A64}" type="presParOf" srcId="{5B468070-30D5-46CE-9DB1-25DF96A02887}" destId="{4A8DDC1A-5340-48F1-9D75-34CDD07BA35E}" srcOrd="2" destOrd="0" presId="urn:microsoft.com/office/officeart/2018/2/layout/IconCircleList"/>
    <dgm:cxn modelId="{174B3B5C-A21C-4A70-957E-5E5D43C769DC}" type="presParOf" srcId="{5B468070-30D5-46CE-9DB1-25DF96A02887}" destId="{81987191-338F-44A4-8568-F7BE81CA322E}" srcOrd="3" destOrd="0" presId="urn:microsoft.com/office/officeart/2018/2/layout/IconCircleList"/>
    <dgm:cxn modelId="{6D32B0E4-B30B-4B5A-B3F9-C7BBFED350CC}" type="presParOf" srcId="{6F2C3223-98AE-408F-9BC3-11E9BB700B39}" destId="{20262CEA-6EB2-427D-B0A0-D8AF5A36A924}" srcOrd="5" destOrd="0" presId="urn:microsoft.com/office/officeart/2018/2/layout/IconCircleList"/>
    <dgm:cxn modelId="{461A37D2-D528-441E-9499-BD0CF6F1BDB4}" type="presParOf" srcId="{6F2C3223-98AE-408F-9BC3-11E9BB700B39}" destId="{187806F6-09E8-4274-A113-64D4DB2FF809}" srcOrd="6" destOrd="0" presId="urn:microsoft.com/office/officeart/2018/2/layout/IconCircleList"/>
    <dgm:cxn modelId="{62D1BB88-6B73-4837-8F3B-1B95B41D1384}" type="presParOf" srcId="{187806F6-09E8-4274-A113-64D4DB2FF809}" destId="{9108095F-04E7-4847-AE81-F5A067ABD20E}" srcOrd="0" destOrd="0" presId="urn:microsoft.com/office/officeart/2018/2/layout/IconCircleList"/>
    <dgm:cxn modelId="{F746D629-7F9D-4CAF-A92C-50C2A5414329}" type="presParOf" srcId="{187806F6-09E8-4274-A113-64D4DB2FF809}" destId="{3002E3F8-2FC4-4FAE-99E0-2A76B72BC7D7}" srcOrd="1" destOrd="0" presId="urn:microsoft.com/office/officeart/2018/2/layout/IconCircleList"/>
    <dgm:cxn modelId="{87792DAE-BED9-47CB-B4F7-A6A5484EE3B2}" type="presParOf" srcId="{187806F6-09E8-4274-A113-64D4DB2FF809}" destId="{A69074E8-7E0D-4304-85A8-C0C8139AC8F7}" srcOrd="2" destOrd="0" presId="urn:microsoft.com/office/officeart/2018/2/layout/IconCircleList"/>
    <dgm:cxn modelId="{B244E5D9-CE78-4DBC-A4AE-260A61A6A416}" type="presParOf" srcId="{187806F6-09E8-4274-A113-64D4DB2FF809}" destId="{BFD7F94A-BD86-4B13-9844-52977CD63ACA}" srcOrd="3" destOrd="0" presId="urn:microsoft.com/office/officeart/2018/2/layout/IconCircleList"/>
    <dgm:cxn modelId="{51AC4D24-8AEF-4E1B-B570-E49F2D41B14E}" type="presParOf" srcId="{6F2C3223-98AE-408F-9BC3-11E9BB700B39}" destId="{B0FE60A8-B0FF-460E-8AC9-ABCA37F7794A}" srcOrd="7" destOrd="0" presId="urn:microsoft.com/office/officeart/2018/2/layout/IconCircleList"/>
    <dgm:cxn modelId="{BAEEB779-18A9-4934-A771-8DF0424F239F}" type="presParOf" srcId="{6F2C3223-98AE-408F-9BC3-11E9BB700B39}" destId="{92C65D11-8E1F-44C0-A26E-00D94A1B138D}" srcOrd="8" destOrd="0" presId="urn:microsoft.com/office/officeart/2018/2/layout/IconCircleList"/>
    <dgm:cxn modelId="{29105926-E47D-4F1B-B1FD-342CFD62AD7B}" type="presParOf" srcId="{92C65D11-8E1F-44C0-A26E-00D94A1B138D}" destId="{D67C327B-E572-4718-B1D5-7520783627E9}" srcOrd="0" destOrd="0" presId="urn:microsoft.com/office/officeart/2018/2/layout/IconCircleList"/>
    <dgm:cxn modelId="{EC2C435D-7CE6-41DD-89AB-CBD5416E524F}" type="presParOf" srcId="{92C65D11-8E1F-44C0-A26E-00D94A1B138D}" destId="{B5092448-B790-4D39-9408-23B14A94CE84}" srcOrd="1" destOrd="0" presId="urn:microsoft.com/office/officeart/2018/2/layout/IconCircleList"/>
    <dgm:cxn modelId="{9EBCBC89-50A1-44EA-BF60-2953508003E1}" type="presParOf" srcId="{92C65D11-8E1F-44C0-A26E-00D94A1B138D}" destId="{68EFFBDB-A51C-4B34-B44C-61F174870DB2}" srcOrd="2" destOrd="0" presId="urn:microsoft.com/office/officeart/2018/2/layout/IconCircleList"/>
    <dgm:cxn modelId="{D5BB1403-D143-4870-B1CF-8694C4A1C779}" type="presParOf" srcId="{92C65D11-8E1F-44C0-A26E-00D94A1B138D}" destId="{55E3F59C-27DC-4440-8A5C-89A56BA72D9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DD3BDA4-13AE-481F-A7F6-F81955C639B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D833AE-1F2D-4038-AAE8-A01CAC97A55E}">
      <dgm:prSet/>
      <dgm:spPr/>
      <dgm:t>
        <a:bodyPr/>
        <a:lstStyle/>
        <a:p>
          <a:r>
            <a:rPr lang="en-US" b="1"/>
            <a:t>In a Service-Oriented Architecture, services must:</a:t>
          </a:r>
          <a:endParaRPr lang="en-US"/>
        </a:p>
      </dgm:t>
    </dgm:pt>
    <dgm:pt modelId="{74A98FE2-EDC6-4303-A583-F2CE930EB4AC}" type="parTrans" cxnId="{E672E2F3-B1AB-4CCD-8B1B-37AEAA12F515}">
      <dgm:prSet/>
      <dgm:spPr/>
      <dgm:t>
        <a:bodyPr/>
        <a:lstStyle/>
        <a:p>
          <a:endParaRPr lang="en-US"/>
        </a:p>
      </dgm:t>
    </dgm:pt>
    <dgm:pt modelId="{FCF542E5-F211-4C5C-AEE8-77157F034947}" type="sibTrans" cxnId="{E672E2F3-B1AB-4CCD-8B1B-37AEAA12F515}">
      <dgm:prSet/>
      <dgm:spPr/>
      <dgm:t>
        <a:bodyPr/>
        <a:lstStyle/>
        <a:p>
          <a:endParaRPr lang="en-US"/>
        </a:p>
      </dgm:t>
    </dgm:pt>
    <dgm:pt modelId="{81C1EBD2-969D-4793-84EC-6A4AE7F6B411}">
      <dgm:prSet/>
      <dgm:spPr/>
      <dgm:t>
        <a:bodyPr/>
        <a:lstStyle/>
        <a:p>
          <a:r>
            <a:rPr lang="en-US"/>
            <a:t>Exchange data reliably and efficiently</a:t>
          </a:r>
        </a:p>
      </dgm:t>
    </dgm:pt>
    <dgm:pt modelId="{9CD6D0C2-DC27-4803-B5B2-CFF6389AA8A5}" type="parTrans" cxnId="{16CFD695-158F-4914-A55E-F2E6B30EF5DC}">
      <dgm:prSet/>
      <dgm:spPr/>
      <dgm:t>
        <a:bodyPr/>
        <a:lstStyle/>
        <a:p>
          <a:endParaRPr lang="en-US"/>
        </a:p>
      </dgm:t>
    </dgm:pt>
    <dgm:pt modelId="{632E5736-0C16-4DB3-B7EE-812621BC6EF2}" type="sibTrans" cxnId="{16CFD695-158F-4914-A55E-F2E6B30EF5DC}">
      <dgm:prSet/>
      <dgm:spPr/>
      <dgm:t>
        <a:bodyPr/>
        <a:lstStyle/>
        <a:p>
          <a:endParaRPr lang="en-US"/>
        </a:p>
      </dgm:t>
    </dgm:pt>
    <dgm:pt modelId="{2A740F85-3B16-4BDB-8F70-51E8ADB72487}">
      <dgm:prSet/>
      <dgm:spPr/>
      <dgm:t>
        <a:bodyPr/>
        <a:lstStyle/>
        <a:p>
          <a:r>
            <a:rPr lang="en-US"/>
            <a:t>Work across different programming languages and platforms</a:t>
          </a:r>
        </a:p>
      </dgm:t>
    </dgm:pt>
    <dgm:pt modelId="{7E2C6000-DD88-4A5E-9678-566005D7A1D1}" type="parTrans" cxnId="{9128D16C-246F-4008-98FD-BC602117E916}">
      <dgm:prSet/>
      <dgm:spPr/>
      <dgm:t>
        <a:bodyPr/>
        <a:lstStyle/>
        <a:p>
          <a:endParaRPr lang="en-US"/>
        </a:p>
      </dgm:t>
    </dgm:pt>
    <dgm:pt modelId="{8865EB3F-6301-4BD1-B9F2-351D6AE50998}" type="sibTrans" cxnId="{9128D16C-246F-4008-98FD-BC602117E916}">
      <dgm:prSet/>
      <dgm:spPr/>
      <dgm:t>
        <a:bodyPr/>
        <a:lstStyle/>
        <a:p>
          <a:endParaRPr lang="en-US"/>
        </a:p>
      </dgm:t>
    </dgm:pt>
    <dgm:pt modelId="{8A7A2AEA-43FE-4EC5-9A78-7C5B5E3CAE57}">
      <dgm:prSet/>
      <dgm:spPr/>
      <dgm:t>
        <a:bodyPr/>
        <a:lstStyle/>
        <a:p>
          <a:r>
            <a:rPr lang="en-US"/>
            <a:t>Handle varying performance requirements</a:t>
          </a:r>
        </a:p>
      </dgm:t>
    </dgm:pt>
    <dgm:pt modelId="{B80A4BFA-0490-4E14-B175-75B1410519C8}" type="parTrans" cxnId="{71D331C1-EA13-474E-AFD5-821E5BD0A834}">
      <dgm:prSet/>
      <dgm:spPr/>
      <dgm:t>
        <a:bodyPr/>
        <a:lstStyle/>
        <a:p>
          <a:endParaRPr lang="en-US"/>
        </a:p>
      </dgm:t>
    </dgm:pt>
    <dgm:pt modelId="{DEC052B9-386E-45C2-9BE3-D5E25F85FC27}" type="sibTrans" cxnId="{71D331C1-EA13-474E-AFD5-821E5BD0A834}">
      <dgm:prSet/>
      <dgm:spPr/>
      <dgm:t>
        <a:bodyPr/>
        <a:lstStyle/>
        <a:p>
          <a:endParaRPr lang="en-US"/>
        </a:p>
      </dgm:t>
    </dgm:pt>
    <dgm:pt modelId="{359B4771-4748-4681-AD6C-94C295F044F1}">
      <dgm:prSet/>
      <dgm:spPr/>
      <dgm:t>
        <a:bodyPr/>
        <a:lstStyle/>
        <a:p>
          <a:r>
            <a:rPr lang="en-US"/>
            <a:t>Maintain backward compatibility as they evolve</a:t>
          </a:r>
        </a:p>
      </dgm:t>
    </dgm:pt>
    <dgm:pt modelId="{4BC6907F-AABC-4914-B462-A944E5A7DC5B}" type="parTrans" cxnId="{7A933FAA-F454-4DEB-B4FD-31EE5EFE533B}">
      <dgm:prSet/>
      <dgm:spPr/>
      <dgm:t>
        <a:bodyPr/>
        <a:lstStyle/>
        <a:p>
          <a:endParaRPr lang="en-US"/>
        </a:p>
      </dgm:t>
    </dgm:pt>
    <dgm:pt modelId="{7CF677EA-5FB6-49F3-B085-140DB44E5BCB}" type="sibTrans" cxnId="{7A933FAA-F454-4DEB-B4FD-31EE5EFE533B}">
      <dgm:prSet/>
      <dgm:spPr/>
      <dgm:t>
        <a:bodyPr/>
        <a:lstStyle/>
        <a:p>
          <a:endParaRPr lang="en-US"/>
        </a:p>
      </dgm:t>
    </dgm:pt>
    <dgm:pt modelId="{AB3084A0-7391-4CB1-B0BD-DA9EB54102FE}" type="pres">
      <dgm:prSet presAssocID="{8DD3BDA4-13AE-481F-A7F6-F81955C639B7}" presName="vert0" presStyleCnt="0">
        <dgm:presLayoutVars>
          <dgm:dir/>
          <dgm:animOne val="branch"/>
          <dgm:animLvl val="lvl"/>
        </dgm:presLayoutVars>
      </dgm:prSet>
      <dgm:spPr/>
    </dgm:pt>
    <dgm:pt modelId="{8BA7E331-DC23-4E26-BCFE-087BE81C0504}" type="pres">
      <dgm:prSet presAssocID="{CBD833AE-1F2D-4038-AAE8-A01CAC97A55E}" presName="thickLine" presStyleLbl="alignNode1" presStyleIdx="0" presStyleCnt="5"/>
      <dgm:spPr/>
    </dgm:pt>
    <dgm:pt modelId="{E8160509-2AC9-457E-956B-B34FE621A08B}" type="pres">
      <dgm:prSet presAssocID="{CBD833AE-1F2D-4038-AAE8-A01CAC97A55E}" presName="horz1" presStyleCnt="0"/>
      <dgm:spPr/>
    </dgm:pt>
    <dgm:pt modelId="{013C2A35-F621-4AA8-9AD1-FB3C6DB3360A}" type="pres">
      <dgm:prSet presAssocID="{CBD833AE-1F2D-4038-AAE8-A01CAC97A55E}" presName="tx1" presStyleLbl="revTx" presStyleIdx="0" presStyleCnt="5"/>
      <dgm:spPr/>
    </dgm:pt>
    <dgm:pt modelId="{4A7DCAD4-B11A-4A52-AD28-C12FB8403B31}" type="pres">
      <dgm:prSet presAssocID="{CBD833AE-1F2D-4038-AAE8-A01CAC97A55E}" presName="vert1" presStyleCnt="0"/>
      <dgm:spPr/>
    </dgm:pt>
    <dgm:pt modelId="{8CDE0BC0-F15A-4876-8678-A5600F2EA065}" type="pres">
      <dgm:prSet presAssocID="{81C1EBD2-969D-4793-84EC-6A4AE7F6B411}" presName="thickLine" presStyleLbl="alignNode1" presStyleIdx="1" presStyleCnt="5"/>
      <dgm:spPr/>
    </dgm:pt>
    <dgm:pt modelId="{E2839A3A-99C6-4D79-ACFA-C1C147204F05}" type="pres">
      <dgm:prSet presAssocID="{81C1EBD2-969D-4793-84EC-6A4AE7F6B411}" presName="horz1" presStyleCnt="0"/>
      <dgm:spPr/>
    </dgm:pt>
    <dgm:pt modelId="{C3697865-961C-4C51-95B4-0064A3C749B2}" type="pres">
      <dgm:prSet presAssocID="{81C1EBD2-969D-4793-84EC-6A4AE7F6B411}" presName="tx1" presStyleLbl="revTx" presStyleIdx="1" presStyleCnt="5"/>
      <dgm:spPr/>
    </dgm:pt>
    <dgm:pt modelId="{3EAFD176-1189-4846-9E21-B9B2C17C9C12}" type="pres">
      <dgm:prSet presAssocID="{81C1EBD2-969D-4793-84EC-6A4AE7F6B411}" presName="vert1" presStyleCnt="0"/>
      <dgm:spPr/>
    </dgm:pt>
    <dgm:pt modelId="{25E82629-DCFA-4D0D-9391-61078BD2FD64}" type="pres">
      <dgm:prSet presAssocID="{2A740F85-3B16-4BDB-8F70-51E8ADB72487}" presName="thickLine" presStyleLbl="alignNode1" presStyleIdx="2" presStyleCnt="5"/>
      <dgm:spPr/>
    </dgm:pt>
    <dgm:pt modelId="{DF792A8D-F824-49C9-BF90-CAB23212E150}" type="pres">
      <dgm:prSet presAssocID="{2A740F85-3B16-4BDB-8F70-51E8ADB72487}" presName="horz1" presStyleCnt="0"/>
      <dgm:spPr/>
    </dgm:pt>
    <dgm:pt modelId="{5CAB00A9-C013-4B41-91A5-94F203EBDFAF}" type="pres">
      <dgm:prSet presAssocID="{2A740F85-3B16-4BDB-8F70-51E8ADB72487}" presName="tx1" presStyleLbl="revTx" presStyleIdx="2" presStyleCnt="5"/>
      <dgm:spPr/>
    </dgm:pt>
    <dgm:pt modelId="{1E0927F2-BE41-4690-8004-67734E6278BD}" type="pres">
      <dgm:prSet presAssocID="{2A740F85-3B16-4BDB-8F70-51E8ADB72487}" presName="vert1" presStyleCnt="0"/>
      <dgm:spPr/>
    </dgm:pt>
    <dgm:pt modelId="{51E3EDE2-9B3B-47B8-8E80-293A3BFD2094}" type="pres">
      <dgm:prSet presAssocID="{8A7A2AEA-43FE-4EC5-9A78-7C5B5E3CAE57}" presName="thickLine" presStyleLbl="alignNode1" presStyleIdx="3" presStyleCnt="5"/>
      <dgm:spPr/>
    </dgm:pt>
    <dgm:pt modelId="{A7E331C5-FCC6-4987-9743-D17A9F0EF905}" type="pres">
      <dgm:prSet presAssocID="{8A7A2AEA-43FE-4EC5-9A78-7C5B5E3CAE57}" presName="horz1" presStyleCnt="0"/>
      <dgm:spPr/>
    </dgm:pt>
    <dgm:pt modelId="{327810A1-B25B-430B-BAF7-0F6F2B5342E4}" type="pres">
      <dgm:prSet presAssocID="{8A7A2AEA-43FE-4EC5-9A78-7C5B5E3CAE57}" presName="tx1" presStyleLbl="revTx" presStyleIdx="3" presStyleCnt="5"/>
      <dgm:spPr/>
    </dgm:pt>
    <dgm:pt modelId="{A2F02BB5-9479-482F-A7ED-1D93A947BDE0}" type="pres">
      <dgm:prSet presAssocID="{8A7A2AEA-43FE-4EC5-9A78-7C5B5E3CAE57}" presName="vert1" presStyleCnt="0"/>
      <dgm:spPr/>
    </dgm:pt>
    <dgm:pt modelId="{E11576A3-A538-4A4D-B854-EE060CFBFE40}" type="pres">
      <dgm:prSet presAssocID="{359B4771-4748-4681-AD6C-94C295F044F1}" presName="thickLine" presStyleLbl="alignNode1" presStyleIdx="4" presStyleCnt="5"/>
      <dgm:spPr/>
    </dgm:pt>
    <dgm:pt modelId="{3476E840-2F2F-4151-9C77-13AB20FF6B83}" type="pres">
      <dgm:prSet presAssocID="{359B4771-4748-4681-AD6C-94C295F044F1}" presName="horz1" presStyleCnt="0"/>
      <dgm:spPr/>
    </dgm:pt>
    <dgm:pt modelId="{52CE7E8F-BC1D-49CA-935E-1E4155CE2B82}" type="pres">
      <dgm:prSet presAssocID="{359B4771-4748-4681-AD6C-94C295F044F1}" presName="tx1" presStyleLbl="revTx" presStyleIdx="4" presStyleCnt="5"/>
      <dgm:spPr/>
    </dgm:pt>
    <dgm:pt modelId="{F335E2DB-6679-4156-902B-9E7583F8D60A}" type="pres">
      <dgm:prSet presAssocID="{359B4771-4748-4681-AD6C-94C295F044F1}" presName="vert1" presStyleCnt="0"/>
      <dgm:spPr/>
    </dgm:pt>
  </dgm:ptLst>
  <dgm:cxnLst>
    <dgm:cxn modelId="{56174469-231A-4388-8567-57112889C935}" type="presOf" srcId="{8A7A2AEA-43FE-4EC5-9A78-7C5B5E3CAE57}" destId="{327810A1-B25B-430B-BAF7-0F6F2B5342E4}" srcOrd="0" destOrd="0" presId="urn:microsoft.com/office/officeart/2008/layout/LinedList"/>
    <dgm:cxn modelId="{9128D16C-246F-4008-98FD-BC602117E916}" srcId="{8DD3BDA4-13AE-481F-A7F6-F81955C639B7}" destId="{2A740F85-3B16-4BDB-8F70-51E8ADB72487}" srcOrd="2" destOrd="0" parTransId="{7E2C6000-DD88-4A5E-9678-566005D7A1D1}" sibTransId="{8865EB3F-6301-4BD1-B9F2-351D6AE50998}"/>
    <dgm:cxn modelId="{AB89F04D-C9DC-4139-B550-1637DABE410F}" type="presOf" srcId="{359B4771-4748-4681-AD6C-94C295F044F1}" destId="{52CE7E8F-BC1D-49CA-935E-1E4155CE2B82}" srcOrd="0" destOrd="0" presId="urn:microsoft.com/office/officeart/2008/layout/LinedList"/>
    <dgm:cxn modelId="{097D2B82-E9A7-47CE-84F7-728F5D75EC68}" type="presOf" srcId="{2A740F85-3B16-4BDB-8F70-51E8ADB72487}" destId="{5CAB00A9-C013-4B41-91A5-94F203EBDFAF}" srcOrd="0" destOrd="0" presId="urn:microsoft.com/office/officeart/2008/layout/LinedList"/>
    <dgm:cxn modelId="{16CFD695-158F-4914-A55E-F2E6B30EF5DC}" srcId="{8DD3BDA4-13AE-481F-A7F6-F81955C639B7}" destId="{81C1EBD2-969D-4793-84EC-6A4AE7F6B411}" srcOrd="1" destOrd="0" parTransId="{9CD6D0C2-DC27-4803-B5B2-CFF6389AA8A5}" sibTransId="{632E5736-0C16-4DB3-B7EE-812621BC6EF2}"/>
    <dgm:cxn modelId="{7A933FAA-F454-4DEB-B4FD-31EE5EFE533B}" srcId="{8DD3BDA4-13AE-481F-A7F6-F81955C639B7}" destId="{359B4771-4748-4681-AD6C-94C295F044F1}" srcOrd="4" destOrd="0" parTransId="{4BC6907F-AABC-4914-B462-A944E5A7DC5B}" sibTransId="{7CF677EA-5FB6-49F3-B085-140DB44E5BCB}"/>
    <dgm:cxn modelId="{214267B8-DB9E-4D71-8C9F-DBE0AC1A8D67}" type="presOf" srcId="{8DD3BDA4-13AE-481F-A7F6-F81955C639B7}" destId="{AB3084A0-7391-4CB1-B0BD-DA9EB54102FE}" srcOrd="0" destOrd="0" presId="urn:microsoft.com/office/officeart/2008/layout/LinedList"/>
    <dgm:cxn modelId="{71D331C1-EA13-474E-AFD5-821E5BD0A834}" srcId="{8DD3BDA4-13AE-481F-A7F6-F81955C639B7}" destId="{8A7A2AEA-43FE-4EC5-9A78-7C5B5E3CAE57}" srcOrd="3" destOrd="0" parTransId="{B80A4BFA-0490-4E14-B175-75B1410519C8}" sibTransId="{DEC052B9-386E-45C2-9BE3-D5E25F85FC27}"/>
    <dgm:cxn modelId="{75E7ADDC-7D92-4A64-878D-E1A52A820ADE}" type="presOf" srcId="{81C1EBD2-969D-4793-84EC-6A4AE7F6B411}" destId="{C3697865-961C-4C51-95B4-0064A3C749B2}" srcOrd="0" destOrd="0" presId="urn:microsoft.com/office/officeart/2008/layout/LinedList"/>
    <dgm:cxn modelId="{FF08F8F2-60C5-46DE-B174-10610BDD2FCE}" type="presOf" srcId="{CBD833AE-1F2D-4038-AAE8-A01CAC97A55E}" destId="{013C2A35-F621-4AA8-9AD1-FB3C6DB3360A}" srcOrd="0" destOrd="0" presId="urn:microsoft.com/office/officeart/2008/layout/LinedList"/>
    <dgm:cxn modelId="{E672E2F3-B1AB-4CCD-8B1B-37AEAA12F515}" srcId="{8DD3BDA4-13AE-481F-A7F6-F81955C639B7}" destId="{CBD833AE-1F2D-4038-AAE8-A01CAC97A55E}" srcOrd="0" destOrd="0" parTransId="{74A98FE2-EDC6-4303-A583-F2CE930EB4AC}" sibTransId="{FCF542E5-F211-4C5C-AEE8-77157F034947}"/>
    <dgm:cxn modelId="{998C48D0-8939-45BB-89E0-BFE0822B6AA1}" type="presParOf" srcId="{AB3084A0-7391-4CB1-B0BD-DA9EB54102FE}" destId="{8BA7E331-DC23-4E26-BCFE-087BE81C0504}" srcOrd="0" destOrd="0" presId="urn:microsoft.com/office/officeart/2008/layout/LinedList"/>
    <dgm:cxn modelId="{C8B7ADC3-53A8-4DD3-90AA-2ACB93D049F9}" type="presParOf" srcId="{AB3084A0-7391-4CB1-B0BD-DA9EB54102FE}" destId="{E8160509-2AC9-457E-956B-B34FE621A08B}" srcOrd="1" destOrd="0" presId="urn:microsoft.com/office/officeart/2008/layout/LinedList"/>
    <dgm:cxn modelId="{F7803D8E-C9D3-4C0D-A5DB-0079C2C6A9EE}" type="presParOf" srcId="{E8160509-2AC9-457E-956B-B34FE621A08B}" destId="{013C2A35-F621-4AA8-9AD1-FB3C6DB3360A}" srcOrd="0" destOrd="0" presId="urn:microsoft.com/office/officeart/2008/layout/LinedList"/>
    <dgm:cxn modelId="{81DF27AC-1F81-4319-905D-22C1F88224D7}" type="presParOf" srcId="{E8160509-2AC9-457E-956B-B34FE621A08B}" destId="{4A7DCAD4-B11A-4A52-AD28-C12FB8403B31}" srcOrd="1" destOrd="0" presId="urn:microsoft.com/office/officeart/2008/layout/LinedList"/>
    <dgm:cxn modelId="{69890AA8-4875-4BC8-AD41-A6516A41F208}" type="presParOf" srcId="{AB3084A0-7391-4CB1-B0BD-DA9EB54102FE}" destId="{8CDE0BC0-F15A-4876-8678-A5600F2EA065}" srcOrd="2" destOrd="0" presId="urn:microsoft.com/office/officeart/2008/layout/LinedList"/>
    <dgm:cxn modelId="{FE99EDAA-6B59-4DB1-AAD2-32696B8C40C2}" type="presParOf" srcId="{AB3084A0-7391-4CB1-B0BD-DA9EB54102FE}" destId="{E2839A3A-99C6-4D79-ACFA-C1C147204F05}" srcOrd="3" destOrd="0" presId="urn:microsoft.com/office/officeart/2008/layout/LinedList"/>
    <dgm:cxn modelId="{335F76DD-20EF-42AC-A6F6-39FD6A229A9D}" type="presParOf" srcId="{E2839A3A-99C6-4D79-ACFA-C1C147204F05}" destId="{C3697865-961C-4C51-95B4-0064A3C749B2}" srcOrd="0" destOrd="0" presId="urn:microsoft.com/office/officeart/2008/layout/LinedList"/>
    <dgm:cxn modelId="{3A9CA8CF-0532-4675-BCEE-20F9FBBDEF66}" type="presParOf" srcId="{E2839A3A-99C6-4D79-ACFA-C1C147204F05}" destId="{3EAFD176-1189-4846-9E21-B9B2C17C9C12}" srcOrd="1" destOrd="0" presId="urn:microsoft.com/office/officeart/2008/layout/LinedList"/>
    <dgm:cxn modelId="{4F35C67F-7EA8-427A-A804-453D865C728F}" type="presParOf" srcId="{AB3084A0-7391-4CB1-B0BD-DA9EB54102FE}" destId="{25E82629-DCFA-4D0D-9391-61078BD2FD64}" srcOrd="4" destOrd="0" presId="urn:microsoft.com/office/officeart/2008/layout/LinedList"/>
    <dgm:cxn modelId="{4B87CA2D-6911-4B53-B5DA-A5E3BAE6ED61}" type="presParOf" srcId="{AB3084A0-7391-4CB1-B0BD-DA9EB54102FE}" destId="{DF792A8D-F824-49C9-BF90-CAB23212E150}" srcOrd="5" destOrd="0" presId="urn:microsoft.com/office/officeart/2008/layout/LinedList"/>
    <dgm:cxn modelId="{EBA9F821-937B-4367-87EB-52CD8711C44D}" type="presParOf" srcId="{DF792A8D-F824-49C9-BF90-CAB23212E150}" destId="{5CAB00A9-C013-4B41-91A5-94F203EBDFAF}" srcOrd="0" destOrd="0" presId="urn:microsoft.com/office/officeart/2008/layout/LinedList"/>
    <dgm:cxn modelId="{3CEF0067-3B69-4AD6-8024-5520B8F2AB7B}" type="presParOf" srcId="{DF792A8D-F824-49C9-BF90-CAB23212E150}" destId="{1E0927F2-BE41-4690-8004-67734E6278BD}" srcOrd="1" destOrd="0" presId="urn:microsoft.com/office/officeart/2008/layout/LinedList"/>
    <dgm:cxn modelId="{F2A208B1-D44F-49CE-93C6-1986D51D7BD2}" type="presParOf" srcId="{AB3084A0-7391-4CB1-B0BD-DA9EB54102FE}" destId="{51E3EDE2-9B3B-47B8-8E80-293A3BFD2094}" srcOrd="6" destOrd="0" presId="urn:microsoft.com/office/officeart/2008/layout/LinedList"/>
    <dgm:cxn modelId="{6960C8FF-3223-42FE-B3FD-FC94E567C92D}" type="presParOf" srcId="{AB3084A0-7391-4CB1-B0BD-DA9EB54102FE}" destId="{A7E331C5-FCC6-4987-9743-D17A9F0EF905}" srcOrd="7" destOrd="0" presId="urn:microsoft.com/office/officeart/2008/layout/LinedList"/>
    <dgm:cxn modelId="{815A78E9-6CD1-4AA9-B3DD-BE790ED26C3C}" type="presParOf" srcId="{A7E331C5-FCC6-4987-9743-D17A9F0EF905}" destId="{327810A1-B25B-430B-BAF7-0F6F2B5342E4}" srcOrd="0" destOrd="0" presId="urn:microsoft.com/office/officeart/2008/layout/LinedList"/>
    <dgm:cxn modelId="{C4DA5B44-9C8D-449C-ABDA-FEC057352371}" type="presParOf" srcId="{A7E331C5-FCC6-4987-9743-D17A9F0EF905}" destId="{A2F02BB5-9479-482F-A7ED-1D93A947BDE0}" srcOrd="1" destOrd="0" presId="urn:microsoft.com/office/officeart/2008/layout/LinedList"/>
    <dgm:cxn modelId="{5B4725E1-0CEF-4554-8ADC-FFFF54733F55}" type="presParOf" srcId="{AB3084A0-7391-4CB1-B0BD-DA9EB54102FE}" destId="{E11576A3-A538-4A4D-B854-EE060CFBFE40}" srcOrd="8" destOrd="0" presId="urn:microsoft.com/office/officeart/2008/layout/LinedList"/>
    <dgm:cxn modelId="{A547933E-3B6D-459B-BF2B-2C96E9918E9F}" type="presParOf" srcId="{AB3084A0-7391-4CB1-B0BD-DA9EB54102FE}" destId="{3476E840-2F2F-4151-9C77-13AB20FF6B83}" srcOrd="9" destOrd="0" presId="urn:microsoft.com/office/officeart/2008/layout/LinedList"/>
    <dgm:cxn modelId="{9EB0C32B-139C-4C7D-ABB8-1788304007F9}" type="presParOf" srcId="{3476E840-2F2F-4151-9C77-13AB20FF6B83}" destId="{52CE7E8F-BC1D-49CA-935E-1E4155CE2B82}" srcOrd="0" destOrd="0" presId="urn:microsoft.com/office/officeart/2008/layout/LinedList"/>
    <dgm:cxn modelId="{2A5FD4FB-1955-481C-9821-EC4E751B802A}" type="presParOf" srcId="{3476E840-2F2F-4151-9C77-13AB20FF6B83}" destId="{F335E2DB-6679-4156-902B-9E7583F8D60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3C461FE-BAB6-49A3-A7B7-537C380B734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3ABD062-D402-4DC2-98C8-8064F5047049}">
      <dgm:prSet/>
      <dgm:spPr/>
      <dgm:t>
        <a:bodyPr/>
        <a:lstStyle/>
        <a:p>
          <a:r>
            <a:rPr lang="en-US" b="1"/>
            <a:t>Definition : </a:t>
          </a:r>
          <a:r>
            <a:rPr lang="en-US"/>
            <a:t>Client-server architecture based on HTTP methods and resource-oriented design</a:t>
          </a:r>
        </a:p>
      </dgm:t>
    </dgm:pt>
    <dgm:pt modelId="{C2F7528A-D5A7-497B-883A-9BC37D2502A8}" type="parTrans" cxnId="{4355B809-8C55-4484-BA8E-E0253F0577C6}">
      <dgm:prSet/>
      <dgm:spPr/>
      <dgm:t>
        <a:bodyPr/>
        <a:lstStyle/>
        <a:p>
          <a:endParaRPr lang="en-US"/>
        </a:p>
      </dgm:t>
    </dgm:pt>
    <dgm:pt modelId="{A03A907D-9C2E-40CB-9993-799F3B93DDCC}" type="sibTrans" cxnId="{4355B809-8C55-4484-BA8E-E0253F0577C6}">
      <dgm:prSet/>
      <dgm:spPr/>
      <dgm:t>
        <a:bodyPr/>
        <a:lstStyle/>
        <a:p>
          <a:endParaRPr lang="en-US"/>
        </a:p>
      </dgm:t>
    </dgm:pt>
    <dgm:pt modelId="{155D0D77-7D08-4050-B793-0E052AC4B9E7}">
      <dgm:prSet/>
      <dgm:spPr/>
      <dgm:t>
        <a:bodyPr/>
        <a:lstStyle/>
        <a:p>
          <a:r>
            <a:rPr lang="en-US" b="1"/>
            <a:t>Core Principle: </a:t>
          </a:r>
          <a:r>
            <a:rPr lang="en-US"/>
            <a:t>Resources accessed via URLs, manipulated using HTTP verbs (GET, POST, PUT, DELETE)</a:t>
          </a:r>
        </a:p>
      </dgm:t>
    </dgm:pt>
    <dgm:pt modelId="{086A4FC4-EC43-40D5-9BC9-7135B0F49E93}" type="parTrans" cxnId="{1C98A14C-1D34-45A6-8E38-D53E156208AF}">
      <dgm:prSet/>
      <dgm:spPr/>
      <dgm:t>
        <a:bodyPr/>
        <a:lstStyle/>
        <a:p>
          <a:endParaRPr lang="en-US"/>
        </a:p>
      </dgm:t>
    </dgm:pt>
    <dgm:pt modelId="{9946254F-2892-4A69-8D3E-50BFF092F59B}" type="sibTrans" cxnId="{1C98A14C-1D34-45A6-8E38-D53E156208AF}">
      <dgm:prSet/>
      <dgm:spPr/>
      <dgm:t>
        <a:bodyPr/>
        <a:lstStyle/>
        <a:p>
          <a:endParaRPr lang="en-US"/>
        </a:p>
      </dgm:t>
    </dgm:pt>
    <dgm:pt modelId="{C65B6342-B986-437D-9EAC-266FBA6527B1}" type="pres">
      <dgm:prSet presAssocID="{B3C461FE-BAB6-49A3-A7B7-537C380B734A}" presName="root" presStyleCnt="0">
        <dgm:presLayoutVars>
          <dgm:dir/>
          <dgm:resizeHandles val="exact"/>
        </dgm:presLayoutVars>
      </dgm:prSet>
      <dgm:spPr/>
    </dgm:pt>
    <dgm:pt modelId="{800A9AD0-41A3-4C17-A7B0-855659CF705B}" type="pres">
      <dgm:prSet presAssocID="{B3C461FE-BAB6-49A3-A7B7-537C380B734A}" presName="container" presStyleCnt="0">
        <dgm:presLayoutVars>
          <dgm:dir/>
          <dgm:resizeHandles val="exact"/>
        </dgm:presLayoutVars>
      </dgm:prSet>
      <dgm:spPr/>
    </dgm:pt>
    <dgm:pt modelId="{BEB0F5F6-CF92-4696-9A39-934C5620207E}" type="pres">
      <dgm:prSet presAssocID="{C3ABD062-D402-4DC2-98C8-8064F5047049}" presName="compNode" presStyleCnt="0"/>
      <dgm:spPr/>
    </dgm:pt>
    <dgm:pt modelId="{97D71CCB-ADDF-46B6-B336-2077CA1C0801}" type="pres">
      <dgm:prSet presAssocID="{C3ABD062-D402-4DC2-98C8-8064F5047049}" presName="iconBgRect" presStyleLbl="bgShp" presStyleIdx="0" presStyleCnt="2"/>
      <dgm:spPr/>
    </dgm:pt>
    <dgm:pt modelId="{642EA263-C5B0-4D51-9D68-C94911DA3D9D}" type="pres">
      <dgm:prSet presAssocID="{C3ABD062-D402-4DC2-98C8-8064F504704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0D70941-C15B-40EB-B8AB-D9014713F2EE}" type="pres">
      <dgm:prSet presAssocID="{C3ABD062-D402-4DC2-98C8-8064F5047049}" presName="spaceRect" presStyleCnt="0"/>
      <dgm:spPr/>
    </dgm:pt>
    <dgm:pt modelId="{2CE040E3-B834-4F49-B74F-7E2441C6D2BE}" type="pres">
      <dgm:prSet presAssocID="{C3ABD062-D402-4DC2-98C8-8064F5047049}" presName="textRect" presStyleLbl="revTx" presStyleIdx="0" presStyleCnt="2">
        <dgm:presLayoutVars>
          <dgm:chMax val="1"/>
          <dgm:chPref val="1"/>
        </dgm:presLayoutVars>
      </dgm:prSet>
      <dgm:spPr/>
    </dgm:pt>
    <dgm:pt modelId="{C2723406-30EA-444C-9D07-717A2EB0DB90}" type="pres">
      <dgm:prSet presAssocID="{A03A907D-9C2E-40CB-9993-799F3B93DDCC}" presName="sibTrans" presStyleLbl="sibTrans2D1" presStyleIdx="0" presStyleCnt="0"/>
      <dgm:spPr/>
    </dgm:pt>
    <dgm:pt modelId="{D30861E2-CDA9-4A46-91BB-B66853C2459A}" type="pres">
      <dgm:prSet presAssocID="{155D0D77-7D08-4050-B793-0E052AC4B9E7}" presName="compNode" presStyleCnt="0"/>
      <dgm:spPr/>
    </dgm:pt>
    <dgm:pt modelId="{33C2B296-B85C-4C1C-82AC-6B1E1864FF42}" type="pres">
      <dgm:prSet presAssocID="{155D0D77-7D08-4050-B793-0E052AC4B9E7}" presName="iconBgRect" presStyleLbl="bgShp" presStyleIdx="1" presStyleCnt="2"/>
      <dgm:spPr/>
    </dgm:pt>
    <dgm:pt modelId="{31933E4A-354C-41D9-9F85-08A0C3157560}" type="pres">
      <dgm:prSet presAssocID="{155D0D77-7D08-4050-B793-0E052AC4B9E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F14A4A1-072F-47E6-8FD9-42CE99497669}" type="pres">
      <dgm:prSet presAssocID="{155D0D77-7D08-4050-B793-0E052AC4B9E7}" presName="spaceRect" presStyleCnt="0"/>
      <dgm:spPr/>
    </dgm:pt>
    <dgm:pt modelId="{A5C1272B-147C-4066-BEAA-FB2F3C8E4016}" type="pres">
      <dgm:prSet presAssocID="{155D0D77-7D08-4050-B793-0E052AC4B9E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355B809-8C55-4484-BA8E-E0253F0577C6}" srcId="{B3C461FE-BAB6-49A3-A7B7-537C380B734A}" destId="{C3ABD062-D402-4DC2-98C8-8064F5047049}" srcOrd="0" destOrd="0" parTransId="{C2F7528A-D5A7-497B-883A-9BC37D2502A8}" sibTransId="{A03A907D-9C2E-40CB-9993-799F3B93DDCC}"/>
    <dgm:cxn modelId="{535BDC10-F326-4025-8BC1-D53A14E72936}" type="presOf" srcId="{B3C461FE-BAB6-49A3-A7B7-537C380B734A}" destId="{C65B6342-B986-437D-9EAC-266FBA6527B1}" srcOrd="0" destOrd="0" presId="urn:microsoft.com/office/officeart/2018/2/layout/IconCircleList"/>
    <dgm:cxn modelId="{5EFE942D-3EBB-4939-8F0E-67EE3B0FFA47}" type="presOf" srcId="{C3ABD062-D402-4DC2-98C8-8064F5047049}" destId="{2CE040E3-B834-4F49-B74F-7E2441C6D2BE}" srcOrd="0" destOrd="0" presId="urn:microsoft.com/office/officeart/2018/2/layout/IconCircleList"/>
    <dgm:cxn modelId="{3080DE63-AF74-4B98-9471-F61AC108EB45}" type="presOf" srcId="{A03A907D-9C2E-40CB-9993-799F3B93DDCC}" destId="{C2723406-30EA-444C-9D07-717A2EB0DB90}" srcOrd="0" destOrd="0" presId="urn:microsoft.com/office/officeart/2018/2/layout/IconCircleList"/>
    <dgm:cxn modelId="{1C98A14C-1D34-45A6-8E38-D53E156208AF}" srcId="{B3C461FE-BAB6-49A3-A7B7-537C380B734A}" destId="{155D0D77-7D08-4050-B793-0E052AC4B9E7}" srcOrd="1" destOrd="0" parTransId="{086A4FC4-EC43-40D5-9BC9-7135B0F49E93}" sibTransId="{9946254F-2892-4A69-8D3E-50BFF092F59B}"/>
    <dgm:cxn modelId="{2BB970FF-74D5-49E8-9042-00089DA2D0CE}" type="presOf" srcId="{155D0D77-7D08-4050-B793-0E052AC4B9E7}" destId="{A5C1272B-147C-4066-BEAA-FB2F3C8E4016}" srcOrd="0" destOrd="0" presId="urn:microsoft.com/office/officeart/2018/2/layout/IconCircleList"/>
    <dgm:cxn modelId="{3CF9B4F5-2337-4CB7-9F7B-CC00A27707E3}" type="presParOf" srcId="{C65B6342-B986-437D-9EAC-266FBA6527B1}" destId="{800A9AD0-41A3-4C17-A7B0-855659CF705B}" srcOrd="0" destOrd="0" presId="urn:microsoft.com/office/officeart/2018/2/layout/IconCircleList"/>
    <dgm:cxn modelId="{953E93B5-B720-47E3-81BF-9CA5D873196A}" type="presParOf" srcId="{800A9AD0-41A3-4C17-A7B0-855659CF705B}" destId="{BEB0F5F6-CF92-4696-9A39-934C5620207E}" srcOrd="0" destOrd="0" presId="urn:microsoft.com/office/officeart/2018/2/layout/IconCircleList"/>
    <dgm:cxn modelId="{47D28D0E-9B5B-4853-8A40-F792DE18D248}" type="presParOf" srcId="{BEB0F5F6-CF92-4696-9A39-934C5620207E}" destId="{97D71CCB-ADDF-46B6-B336-2077CA1C0801}" srcOrd="0" destOrd="0" presId="urn:microsoft.com/office/officeart/2018/2/layout/IconCircleList"/>
    <dgm:cxn modelId="{D3CD1532-319C-453C-A39A-A042D5599DA3}" type="presParOf" srcId="{BEB0F5F6-CF92-4696-9A39-934C5620207E}" destId="{642EA263-C5B0-4D51-9D68-C94911DA3D9D}" srcOrd="1" destOrd="0" presId="urn:microsoft.com/office/officeart/2018/2/layout/IconCircleList"/>
    <dgm:cxn modelId="{03045970-6E6F-479B-B95B-83EDCC324EC0}" type="presParOf" srcId="{BEB0F5F6-CF92-4696-9A39-934C5620207E}" destId="{90D70941-C15B-40EB-B8AB-D9014713F2EE}" srcOrd="2" destOrd="0" presId="urn:microsoft.com/office/officeart/2018/2/layout/IconCircleList"/>
    <dgm:cxn modelId="{DA488C23-EA8F-464B-AAF9-5516AC05C66A}" type="presParOf" srcId="{BEB0F5F6-CF92-4696-9A39-934C5620207E}" destId="{2CE040E3-B834-4F49-B74F-7E2441C6D2BE}" srcOrd="3" destOrd="0" presId="urn:microsoft.com/office/officeart/2018/2/layout/IconCircleList"/>
    <dgm:cxn modelId="{2FA78422-54B6-4E4B-BF08-662B69187E8C}" type="presParOf" srcId="{800A9AD0-41A3-4C17-A7B0-855659CF705B}" destId="{C2723406-30EA-444C-9D07-717A2EB0DB90}" srcOrd="1" destOrd="0" presId="urn:microsoft.com/office/officeart/2018/2/layout/IconCircleList"/>
    <dgm:cxn modelId="{771DDC73-08D8-49A3-8B05-788644395BCB}" type="presParOf" srcId="{800A9AD0-41A3-4C17-A7B0-855659CF705B}" destId="{D30861E2-CDA9-4A46-91BB-B66853C2459A}" srcOrd="2" destOrd="0" presId="urn:microsoft.com/office/officeart/2018/2/layout/IconCircleList"/>
    <dgm:cxn modelId="{518059D4-7737-4B40-8DCD-940BDCFB412A}" type="presParOf" srcId="{D30861E2-CDA9-4A46-91BB-B66853C2459A}" destId="{33C2B296-B85C-4C1C-82AC-6B1E1864FF42}" srcOrd="0" destOrd="0" presId="urn:microsoft.com/office/officeart/2018/2/layout/IconCircleList"/>
    <dgm:cxn modelId="{B7DD4BC9-3AD1-4DDF-9D8D-02F6E3537501}" type="presParOf" srcId="{D30861E2-CDA9-4A46-91BB-B66853C2459A}" destId="{31933E4A-354C-41D9-9F85-08A0C3157560}" srcOrd="1" destOrd="0" presId="urn:microsoft.com/office/officeart/2018/2/layout/IconCircleList"/>
    <dgm:cxn modelId="{75FF039A-9F50-41E1-8E62-7935458F6353}" type="presParOf" srcId="{D30861E2-CDA9-4A46-91BB-B66853C2459A}" destId="{9F14A4A1-072F-47E6-8FD9-42CE99497669}" srcOrd="2" destOrd="0" presId="urn:microsoft.com/office/officeart/2018/2/layout/IconCircleList"/>
    <dgm:cxn modelId="{291B1851-96FF-44AE-9F95-413DAA55A496}" type="presParOf" srcId="{D30861E2-CDA9-4A46-91BB-B66853C2459A}" destId="{A5C1272B-147C-4066-BEAA-FB2F3C8E401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D11B549-F821-42ED-9FE0-7A815FB262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F610B71-E48D-4FA7-A3BE-69465015D29B}">
      <dgm:prSet/>
      <dgm:spPr/>
      <dgm:t>
        <a:bodyPr/>
        <a:lstStyle/>
        <a:p>
          <a:r>
            <a:rPr lang="en-US" b="1"/>
            <a:t>Stateless:</a:t>
          </a:r>
          <a:r>
            <a:rPr lang="en-US"/>
            <a:t> Each request contains all info needed; server maintains no client context</a:t>
          </a:r>
        </a:p>
      </dgm:t>
    </dgm:pt>
    <dgm:pt modelId="{A5C4AC03-DA22-49BE-BC79-1453A26ABD0C}" type="parTrans" cxnId="{4E6A87F4-C626-468B-B616-3C3C9F5EBADF}">
      <dgm:prSet/>
      <dgm:spPr/>
      <dgm:t>
        <a:bodyPr/>
        <a:lstStyle/>
        <a:p>
          <a:endParaRPr lang="en-US"/>
        </a:p>
      </dgm:t>
    </dgm:pt>
    <dgm:pt modelId="{502D3F51-1CDF-48C9-8B8E-41C5D05364F8}" type="sibTrans" cxnId="{4E6A87F4-C626-468B-B616-3C3C9F5EBADF}">
      <dgm:prSet/>
      <dgm:spPr/>
      <dgm:t>
        <a:bodyPr/>
        <a:lstStyle/>
        <a:p>
          <a:endParaRPr lang="en-US"/>
        </a:p>
      </dgm:t>
    </dgm:pt>
    <dgm:pt modelId="{D461D5C8-94F9-4606-81B5-E517477A3C14}">
      <dgm:prSet/>
      <dgm:spPr/>
      <dgm:t>
        <a:bodyPr/>
        <a:lstStyle/>
        <a:p>
          <a:r>
            <a:rPr lang="en-US" b="1"/>
            <a:t>Cacheable:</a:t>
          </a:r>
          <a:r>
            <a:rPr lang="en-US"/>
            <a:t> Built-in HTTP caching support improves performance</a:t>
          </a:r>
        </a:p>
      </dgm:t>
    </dgm:pt>
    <dgm:pt modelId="{1997C174-C189-4F97-B186-909220239693}" type="parTrans" cxnId="{EA7F1BF2-FA9C-43D4-9531-52FE0357214C}">
      <dgm:prSet/>
      <dgm:spPr/>
      <dgm:t>
        <a:bodyPr/>
        <a:lstStyle/>
        <a:p>
          <a:endParaRPr lang="en-US"/>
        </a:p>
      </dgm:t>
    </dgm:pt>
    <dgm:pt modelId="{0FD17BAB-9E6D-487F-B0B7-7BAE9313C115}" type="sibTrans" cxnId="{EA7F1BF2-FA9C-43D4-9531-52FE0357214C}">
      <dgm:prSet/>
      <dgm:spPr/>
      <dgm:t>
        <a:bodyPr/>
        <a:lstStyle/>
        <a:p>
          <a:endParaRPr lang="en-US"/>
        </a:p>
      </dgm:t>
    </dgm:pt>
    <dgm:pt modelId="{3376447F-B723-40AC-AE5A-6A83DC677FE5}">
      <dgm:prSet/>
      <dgm:spPr/>
      <dgm:t>
        <a:bodyPr/>
        <a:lstStyle/>
        <a:p>
          <a:r>
            <a:rPr lang="en-US" b="1"/>
            <a:t>Loosely Coupled:</a:t>
          </a:r>
          <a:r>
            <a:rPr lang="en-US"/>
            <a:t> Clients and servers can evolve independently</a:t>
          </a:r>
        </a:p>
      </dgm:t>
    </dgm:pt>
    <dgm:pt modelId="{75EA3C7A-8F03-490A-A244-14AF65834C94}" type="parTrans" cxnId="{039CA898-F80B-4B5F-8603-5C61C6019D74}">
      <dgm:prSet/>
      <dgm:spPr/>
      <dgm:t>
        <a:bodyPr/>
        <a:lstStyle/>
        <a:p>
          <a:endParaRPr lang="en-US"/>
        </a:p>
      </dgm:t>
    </dgm:pt>
    <dgm:pt modelId="{FB76D728-A391-4B7B-A231-084EDC8CE6CE}" type="sibTrans" cxnId="{039CA898-F80B-4B5F-8603-5C61C6019D74}">
      <dgm:prSet/>
      <dgm:spPr/>
      <dgm:t>
        <a:bodyPr/>
        <a:lstStyle/>
        <a:p>
          <a:endParaRPr lang="en-US"/>
        </a:p>
      </dgm:t>
    </dgm:pt>
    <dgm:pt modelId="{E8CB0A50-3880-4B9B-B83A-D46A65DF3A9D}">
      <dgm:prSet/>
      <dgm:spPr/>
      <dgm:t>
        <a:bodyPr/>
        <a:lstStyle/>
        <a:p>
          <a:r>
            <a:rPr lang="en-US" b="1"/>
            <a:t>Resource-Oriented:</a:t>
          </a:r>
          <a:r>
            <a:rPr lang="en-US"/>
            <a:t> Everything is a resource with a unique identifier (URL)</a:t>
          </a:r>
        </a:p>
      </dgm:t>
    </dgm:pt>
    <dgm:pt modelId="{D2F7D59F-1415-41DF-AC0E-6D37F3C7A2F4}" type="parTrans" cxnId="{3139450A-E935-40E2-9D4E-F4DF9357F19F}">
      <dgm:prSet/>
      <dgm:spPr/>
      <dgm:t>
        <a:bodyPr/>
        <a:lstStyle/>
        <a:p>
          <a:endParaRPr lang="en-US"/>
        </a:p>
      </dgm:t>
    </dgm:pt>
    <dgm:pt modelId="{32C95834-621D-413A-AC41-1177ACDEC1F6}" type="sibTrans" cxnId="{3139450A-E935-40E2-9D4E-F4DF9357F19F}">
      <dgm:prSet/>
      <dgm:spPr/>
      <dgm:t>
        <a:bodyPr/>
        <a:lstStyle/>
        <a:p>
          <a:endParaRPr lang="en-US"/>
        </a:p>
      </dgm:t>
    </dgm:pt>
    <dgm:pt modelId="{E050E2B6-715E-4B09-991B-A3E9BCAA626C}" type="pres">
      <dgm:prSet presAssocID="{7D11B549-F821-42ED-9FE0-7A815FB262BE}" presName="root" presStyleCnt="0">
        <dgm:presLayoutVars>
          <dgm:dir/>
          <dgm:resizeHandles val="exact"/>
        </dgm:presLayoutVars>
      </dgm:prSet>
      <dgm:spPr/>
    </dgm:pt>
    <dgm:pt modelId="{42DDE31A-C938-4DF9-8788-7626BB64BCFE}" type="pres">
      <dgm:prSet presAssocID="{2F610B71-E48D-4FA7-A3BE-69465015D29B}" presName="compNode" presStyleCnt="0"/>
      <dgm:spPr/>
    </dgm:pt>
    <dgm:pt modelId="{6B49C9C5-C652-4FD5-B184-6D7B11CA78C6}" type="pres">
      <dgm:prSet presAssocID="{2F610B71-E48D-4FA7-A3BE-69465015D29B}" presName="bgRect" presStyleLbl="bgShp" presStyleIdx="0" presStyleCnt="4"/>
      <dgm:spPr/>
    </dgm:pt>
    <dgm:pt modelId="{54A8E025-2D4E-45B6-B92A-C4C1859BCC9A}" type="pres">
      <dgm:prSet presAssocID="{2F610B71-E48D-4FA7-A3BE-69465015D2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E8DE1E7-4DD5-4220-86D2-4C5A3D081BFE}" type="pres">
      <dgm:prSet presAssocID="{2F610B71-E48D-4FA7-A3BE-69465015D29B}" presName="spaceRect" presStyleCnt="0"/>
      <dgm:spPr/>
    </dgm:pt>
    <dgm:pt modelId="{DC544E2E-F9F6-4689-AD76-F0ACB29E2293}" type="pres">
      <dgm:prSet presAssocID="{2F610B71-E48D-4FA7-A3BE-69465015D29B}" presName="parTx" presStyleLbl="revTx" presStyleIdx="0" presStyleCnt="4">
        <dgm:presLayoutVars>
          <dgm:chMax val="0"/>
          <dgm:chPref val="0"/>
        </dgm:presLayoutVars>
      </dgm:prSet>
      <dgm:spPr/>
    </dgm:pt>
    <dgm:pt modelId="{71D2AE30-6CD2-4DB1-B832-869C04A82151}" type="pres">
      <dgm:prSet presAssocID="{502D3F51-1CDF-48C9-8B8E-41C5D05364F8}" presName="sibTrans" presStyleCnt="0"/>
      <dgm:spPr/>
    </dgm:pt>
    <dgm:pt modelId="{7B5F5763-BAC1-4CB5-B431-33E93AA64D81}" type="pres">
      <dgm:prSet presAssocID="{D461D5C8-94F9-4606-81B5-E517477A3C14}" presName="compNode" presStyleCnt="0"/>
      <dgm:spPr/>
    </dgm:pt>
    <dgm:pt modelId="{7B9E58FA-7FBB-4CD0-A116-46AB11129A5F}" type="pres">
      <dgm:prSet presAssocID="{D461D5C8-94F9-4606-81B5-E517477A3C14}" presName="bgRect" presStyleLbl="bgShp" presStyleIdx="1" presStyleCnt="4"/>
      <dgm:spPr/>
    </dgm:pt>
    <dgm:pt modelId="{0D04E3DD-719E-4272-9D03-99B53DCCE6C7}" type="pres">
      <dgm:prSet presAssocID="{D461D5C8-94F9-4606-81B5-E517477A3C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C6751D2-87BD-4280-A9B0-F01C8A854771}" type="pres">
      <dgm:prSet presAssocID="{D461D5C8-94F9-4606-81B5-E517477A3C14}" presName="spaceRect" presStyleCnt="0"/>
      <dgm:spPr/>
    </dgm:pt>
    <dgm:pt modelId="{E86A464F-BD79-4467-B7C7-7600201EA914}" type="pres">
      <dgm:prSet presAssocID="{D461D5C8-94F9-4606-81B5-E517477A3C14}" presName="parTx" presStyleLbl="revTx" presStyleIdx="1" presStyleCnt="4">
        <dgm:presLayoutVars>
          <dgm:chMax val="0"/>
          <dgm:chPref val="0"/>
        </dgm:presLayoutVars>
      </dgm:prSet>
      <dgm:spPr/>
    </dgm:pt>
    <dgm:pt modelId="{6D2AA986-3C27-4A90-9DA8-8DC15955FCF7}" type="pres">
      <dgm:prSet presAssocID="{0FD17BAB-9E6D-487F-B0B7-7BAE9313C115}" presName="sibTrans" presStyleCnt="0"/>
      <dgm:spPr/>
    </dgm:pt>
    <dgm:pt modelId="{E05908FE-E07C-4E94-94AE-4F42246E5523}" type="pres">
      <dgm:prSet presAssocID="{3376447F-B723-40AC-AE5A-6A83DC677FE5}" presName="compNode" presStyleCnt="0"/>
      <dgm:spPr/>
    </dgm:pt>
    <dgm:pt modelId="{FD62EA3E-502F-4DFC-9A78-0156969F530C}" type="pres">
      <dgm:prSet presAssocID="{3376447F-B723-40AC-AE5A-6A83DC677FE5}" presName="bgRect" presStyleLbl="bgShp" presStyleIdx="2" presStyleCnt="4"/>
      <dgm:spPr/>
    </dgm:pt>
    <dgm:pt modelId="{00525FD2-D5EF-4289-BEC6-2974B8359038}" type="pres">
      <dgm:prSet presAssocID="{3376447F-B723-40AC-AE5A-6A83DC677F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C915C22-CDEC-40BC-856E-D0C4537E95F2}" type="pres">
      <dgm:prSet presAssocID="{3376447F-B723-40AC-AE5A-6A83DC677FE5}" presName="spaceRect" presStyleCnt="0"/>
      <dgm:spPr/>
    </dgm:pt>
    <dgm:pt modelId="{3E3AF8EB-FC48-4715-B5DD-CA4E60643743}" type="pres">
      <dgm:prSet presAssocID="{3376447F-B723-40AC-AE5A-6A83DC677FE5}" presName="parTx" presStyleLbl="revTx" presStyleIdx="2" presStyleCnt="4">
        <dgm:presLayoutVars>
          <dgm:chMax val="0"/>
          <dgm:chPref val="0"/>
        </dgm:presLayoutVars>
      </dgm:prSet>
      <dgm:spPr/>
    </dgm:pt>
    <dgm:pt modelId="{7FBA9AEF-7D38-4F08-9AAD-D54D5CD489F5}" type="pres">
      <dgm:prSet presAssocID="{FB76D728-A391-4B7B-A231-084EDC8CE6CE}" presName="sibTrans" presStyleCnt="0"/>
      <dgm:spPr/>
    </dgm:pt>
    <dgm:pt modelId="{B6206400-183F-4D0B-8F13-C50A68EF15DB}" type="pres">
      <dgm:prSet presAssocID="{E8CB0A50-3880-4B9B-B83A-D46A65DF3A9D}" presName="compNode" presStyleCnt="0"/>
      <dgm:spPr/>
    </dgm:pt>
    <dgm:pt modelId="{38F9544A-C7BC-4194-A4D4-25BBF2E9C2A5}" type="pres">
      <dgm:prSet presAssocID="{E8CB0A50-3880-4B9B-B83A-D46A65DF3A9D}" presName="bgRect" presStyleLbl="bgShp" presStyleIdx="3" presStyleCnt="4"/>
      <dgm:spPr/>
    </dgm:pt>
    <dgm:pt modelId="{A40A680F-F74C-4024-AB6D-86F7E3D36362}" type="pres">
      <dgm:prSet presAssocID="{E8CB0A50-3880-4B9B-B83A-D46A65DF3A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91D08D6B-BDC9-47EB-9F0F-A58DF15E5EA9}" type="pres">
      <dgm:prSet presAssocID="{E8CB0A50-3880-4B9B-B83A-D46A65DF3A9D}" presName="spaceRect" presStyleCnt="0"/>
      <dgm:spPr/>
    </dgm:pt>
    <dgm:pt modelId="{CC3C3741-37D2-45FA-801A-7B54FAD53674}" type="pres">
      <dgm:prSet presAssocID="{E8CB0A50-3880-4B9B-B83A-D46A65DF3A9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139450A-E935-40E2-9D4E-F4DF9357F19F}" srcId="{7D11B549-F821-42ED-9FE0-7A815FB262BE}" destId="{E8CB0A50-3880-4B9B-B83A-D46A65DF3A9D}" srcOrd="3" destOrd="0" parTransId="{D2F7D59F-1415-41DF-AC0E-6D37F3C7A2F4}" sibTransId="{32C95834-621D-413A-AC41-1177ACDEC1F6}"/>
    <dgm:cxn modelId="{2490AF1E-88BE-40EE-ACFC-84E7D10C77D1}" type="presOf" srcId="{3376447F-B723-40AC-AE5A-6A83DC677FE5}" destId="{3E3AF8EB-FC48-4715-B5DD-CA4E60643743}" srcOrd="0" destOrd="0" presId="urn:microsoft.com/office/officeart/2018/2/layout/IconVerticalSolidList"/>
    <dgm:cxn modelId="{94189347-1C6A-4DE0-81C5-7DE782766B09}" type="presOf" srcId="{E8CB0A50-3880-4B9B-B83A-D46A65DF3A9D}" destId="{CC3C3741-37D2-45FA-801A-7B54FAD53674}" srcOrd="0" destOrd="0" presId="urn:microsoft.com/office/officeart/2018/2/layout/IconVerticalSolidList"/>
    <dgm:cxn modelId="{039CA898-F80B-4B5F-8603-5C61C6019D74}" srcId="{7D11B549-F821-42ED-9FE0-7A815FB262BE}" destId="{3376447F-B723-40AC-AE5A-6A83DC677FE5}" srcOrd="2" destOrd="0" parTransId="{75EA3C7A-8F03-490A-A244-14AF65834C94}" sibTransId="{FB76D728-A391-4B7B-A231-084EDC8CE6CE}"/>
    <dgm:cxn modelId="{CF7BEEBB-13BE-43E9-AF9D-EB98BB7C038D}" type="presOf" srcId="{7D11B549-F821-42ED-9FE0-7A815FB262BE}" destId="{E050E2B6-715E-4B09-991B-A3E9BCAA626C}" srcOrd="0" destOrd="0" presId="urn:microsoft.com/office/officeart/2018/2/layout/IconVerticalSolidList"/>
    <dgm:cxn modelId="{2C3107CA-3313-46A5-BAEB-3F80579A2B37}" type="presOf" srcId="{D461D5C8-94F9-4606-81B5-E517477A3C14}" destId="{E86A464F-BD79-4467-B7C7-7600201EA914}" srcOrd="0" destOrd="0" presId="urn:microsoft.com/office/officeart/2018/2/layout/IconVerticalSolidList"/>
    <dgm:cxn modelId="{EA7F1BF2-FA9C-43D4-9531-52FE0357214C}" srcId="{7D11B549-F821-42ED-9FE0-7A815FB262BE}" destId="{D461D5C8-94F9-4606-81B5-E517477A3C14}" srcOrd="1" destOrd="0" parTransId="{1997C174-C189-4F97-B186-909220239693}" sibTransId="{0FD17BAB-9E6D-487F-B0B7-7BAE9313C115}"/>
    <dgm:cxn modelId="{4E6A87F4-C626-468B-B616-3C3C9F5EBADF}" srcId="{7D11B549-F821-42ED-9FE0-7A815FB262BE}" destId="{2F610B71-E48D-4FA7-A3BE-69465015D29B}" srcOrd="0" destOrd="0" parTransId="{A5C4AC03-DA22-49BE-BC79-1453A26ABD0C}" sibTransId="{502D3F51-1CDF-48C9-8B8E-41C5D05364F8}"/>
    <dgm:cxn modelId="{F36F16F8-48E9-438B-BCF6-2EF1EE1D9C1E}" type="presOf" srcId="{2F610B71-E48D-4FA7-A3BE-69465015D29B}" destId="{DC544E2E-F9F6-4689-AD76-F0ACB29E2293}" srcOrd="0" destOrd="0" presId="urn:microsoft.com/office/officeart/2018/2/layout/IconVerticalSolidList"/>
    <dgm:cxn modelId="{1C12F13C-EE9C-419B-99AA-D886A79336BB}" type="presParOf" srcId="{E050E2B6-715E-4B09-991B-A3E9BCAA626C}" destId="{42DDE31A-C938-4DF9-8788-7626BB64BCFE}" srcOrd="0" destOrd="0" presId="urn:microsoft.com/office/officeart/2018/2/layout/IconVerticalSolidList"/>
    <dgm:cxn modelId="{44223F0F-FE61-489B-A98C-111C97064C9C}" type="presParOf" srcId="{42DDE31A-C938-4DF9-8788-7626BB64BCFE}" destId="{6B49C9C5-C652-4FD5-B184-6D7B11CA78C6}" srcOrd="0" destOrd="0" presId="urn:microsoft.com/office/officeart/2018/2/layout/IconVerticalSolidList"/>
    <dgm:cxn modelId="{77626A71-D909-41C2-A4E3-0291C6EE4739}" type="presParOf" srcId="{42DDE31A-C938-4DF9-8788-7626BB64BCFE}" destId="{54A8E025-2D4E-45B6-B92A-C4C1859BCC9A}" srcOrd="1" destOrd="0" presId="urn:microsoft.com/office/officeart/2018/2/layout/IconVerticalSolidList"/>
    <dgm:cxn modelId="{6D7E4F7B-A04A-4377-BBE8-39170B212EC0}" type="presParOf" srcId="{42DDE31A-C938-4DF9-8788-7626BB64BCFE}" destId="{1E8DE1E7-4DD5-4220-86D2-4C5A3D081BFE}" srcOrd="2" destOrd="0" presId="urn:microsoft.com/office/officeart/2018/2/layout/IconVerticalSolidList"/>
    <dgm:cxn modelId="{6D315E50-80D0-449B-A116-607247D80B52}" type="presParOf" srcId="{42DDE31A-C938-4DF9-8788-7626BB64BCFE}" destId="{DC544E2E-F9F6-4689-AD76-F0ACB29E2293}" srcOrd="3" destOrd="0" presId="urn:microsoft.com/office/officeart/2018/2/layout/IconVerticalSolidList"/>
    <dgm:cxn modelId="{1A2801AF-808F-41AB-80F5-0B345CEEF231}" type="presParOf" srcId="{E050E2B6-715E-4B09-991B-A3E9BCAA626C}" destId="{71D2AE30-6CD2-4DB1-B832-869C04A82151}" srcOrd="1" destOrd="0" presId="urn:microsoft.com/office/officeart/2018/2/layout/IconVerticalSolidList"/>
    <dgm:cxn modelId="{8CEC630E-C3ED-45B4-A3F8-07966DF18EC5}" type="presParOf" srcId="{E050E2B6-715E-4B09-991B-A3E9BCAA626C}" destId="{7B5F5763-BAC1-4CB5-B431-33E93AA64D81}" srcOrd="2" destOrd="0" presId="urn:microsoft.com/office/officeart/2018/2/layout/IconVerticalSolidList"/>
    <dgm:cxn modelId="{62EB02AD-A747-4F02-AD5C-9C802E28EC8E}" type="presParOf" srcId="{7B5F5763-BAC1-4CB5-B431-33E93AA64D81}" destId="{7B9E58FA-7FBB-4CD0-A116-46AB11129A5F}" srcOrd="0" destOrd="0" presId="urn:microsoft.com/office/officeart/2018/2/layout/IconVerticalSolidList"/>
    <dgm:cxn modelId="{0A8922F0-8735-4FE3-B6D4-DC2D93595630}" type="presParOf" srcId="{7B5F5763-BAC1-4CB5-B431-33E93AA64D81}" destId="{0D04E3DD-719E-4272-9D03-99B53DCCE6C7}" srcOrd="1" destOrd="0" presId="urn:microsoft.com/office/officeart/2018/2/layout/IconVerticalSolidList"/>
    <dgm:cxn modelId="{95C229F1-3402-49FB-AF35-B21F061F15B8}" type="presParOf" srcId="{7B5F5763-BAC1-4CB5-B431-33E93AA64D81}" destId="{7C6751D2-87BD-4280-A9B0-F01C8A854771}" srcOrd="2" destOrd="0" presId="urn:microsoft.com/office/officeart/2018/2/layout/IconVerticalSolidList"/>
    <dgm:cxn modelId="{F8971190-09AB-4131-8BBD-F52A1B1CEC54}" type="presParOf" srcId="{7B5F5763-BAC1-4CB5-B431-33E93AA64D81}" destId="{E86A464F-BD79-4467-B7C7-7600201EA914}" srcOrd="3" destOrd="0" presId="urn:microsoft.com/office/officeart/2018/2/layout/IconVerticalSolidList"/>
    <dgm:cxn modelId="{372C45C8-BD7C-4A25-A244-DCA00AC62A23}" type="presParOf" srcId="{E050E2B6-715E-4B09-991B-A3E9BCAA626C}" destId="{6D2AA986-3C27-4A90-9DA8-8DC15955FCF7}" srcOrd="3" destOrd="0" presId="urn:microsoft.com/office/officeart/2018/2/layout/IconVerticalSolidList"/>
    <dgm:cxn modelId="{49308FC6-D720-4FD1-BBDC-A89406A96777}" type="presParOf" srcId="{E050E2B6-715E-4B09-991B-A3E9BCAA626C}" destId="{E05908FE-E07C-4E94-94AE-4F42246E5523}" srcOrd="4" destOrd="0" presId="urn:microsoft.com/office/officeart/2018/2/layout/IconVerticalSolidList"/>
    <dgm:cxn modelId="{A3C5BF32-E018-4046-8CFC-CFE9AE737A16}" type="presParOf" srcId="{E05908FE-E07C-4E94-94AE-4F42246E5523}" destId="{FD62EA3E-502F-4DFC-9A78-0156969F530C}" srcOrd="0" destOrd="0" presId="urn:microsoft.com/office/officeart/2018/2/layout/IconVerticalSolidList"/>
    <dgm:cxn modelId="{A9540624-D6F4-4639-9393-F96B043C64E8}" type="presParOf" srcId="{E05908FE-E07C-4E94-94AE-4F42246E5523}" destId="{00525FD2-D5EF-4289-BEC6-2974B8359038}" srcOrd="1" destOrd="0" presId="urn:microsoft.com/office/officeart/2018/2/layout/IconVerticalSolidList"/>
    <dgm:cxn modelId="{D0CC5236-D8A4-42B1-917B-23507F620682}" type="presParOf" srcId="{E05908FE-E07C-4E94-94AE-4F42246E5523}" destId="{7C915C22-CDEC-40BC-856E-D0C4537E95F2}" srcOrd="2" destOrd="0" presId="urn:microsoft.com/office/officeart/2018/2/layout/IconVerticalSolidList"/>
    <dgm:cxn modelId="{4A67C49F-B4B4-458F-B9DC-111A8AB8138B}" type="presParOf" srcId="{E05908FE-E07C-4E94-94AE-4F42246E5523}" destId="{3E3AF8EB-FC48-4715-B5DD-CA4E60643743}" srcOrd="3" destOrd="0" presId="urn:microsoft.com/office/officeart/2018/2/layout/IconVerticalSolidList"/>
    <dgm:cxn modelId="{3D883F67-5580-43E3-AA78-F7E91751FF7A}" type="presParOf" srcId="{E050E2B6-715E-4B09-991B-A3E9BCAA626C}" destId="{7FBA9AEF-7D38-4F08-9AAD-D54D5CD489F5}" srcOrd="5" destOrd="0" presId="urn:microsoft.com/office/officeart/2018/2/layout/IconVerticalSolidList"/>
    <dgm:cxn modelId="{24400D1A-104D-49AF-B11B-1045377382FF}" type="presParOf" srcId="{E050E2B6-715E-4B09-991B-A3E9BCAA626C}" destId="{B6206400-183F-4D0B-8F13-C50A68EF15DB}" srcOrd="6" destOrd="0" presId="urn:microsoft.com/office/officeart/2018/2/layout/IconVerticalSolidList"/>
    <dgm:cxn modelId="{BD12EFE0-BC2D-429A-B66C-72B32D2A4196}" type="presParOf" srcId="{B6206400-183F-4D0B-8F13-C50A68EF15DB}" destId="{38F9544A-C7BC-4194-A4D4-25BBF2E9C2A5}" srcOrd="0" destOrd="0" presId="urn:microsoft.com/office/officeart/2018/2/layout/IconVerticalSolidList"/>
    <dgm:cxn modelId="{2B40EB03-B0E1-4876-8DB9-807C0F9B8722}" type="presParOf" srcId="{B6206400-183F-4D0B-8F13-C50A68EF15DB}" destId="{A40A680F-F74C-4024-AB6D-86F7E3D36362}" srcOrd="1" destOrd="0" presId="urn:microsoft.com/office/officeart/2018/2/layout/IconVerticalSolidList"/>
    <dgm:cxn modelId="{8B42A10E-C409-4745-8145-1E49FB89404C}" type="presParOf" srcId="{B6206400-183F-4D0B-8F13-C50A68EF15DB}" destId="{91D08D6B-BDC9-47EB-9F0F-A58DF15E5EA9}" srcOrd="2" destOrd="0" presId="urn:microsoft.com/office/officeart/2018/2/layout/IconVerticalSolidList"/>
    <dgm:cxn modelId="{AB94F1F7-ECFD-41D1-82A1-91AF4F4ECD34}" type="presParOf" srcId="{B6206400-183F-4D0B-8F13-C50A68EF15DB}" destId="{CC3C3741-37D2-45FA-801A-7B54FAD536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337E42B-7FCF-4E00-8DBD-62D4A520FC7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E4461363-77C1-462A-8795-9158CA59DDDC}">
      <dgm:prSet custT="1"/>
      <dgm:spPr/>
      <dgm:t>
        <a:bodyPr/>
        <a:lstStyle/>
        <a:p>
          <a:r>
            <a:rPr lang="en-US" sz="2000" b="1" dirty="0"/>
            <a:t>Customer Service Endpoints:</a:t>
          </a:r>
          <a:endParaRPr lang="en-US" sz="2000" dirty="0"/>
        </a:p>
      </dgm:t>
    </dgm:pt>
    <dgm:pt modelId="{1C4E0783-192E-4B1F-AAA8-857317EAB4D2}" type="parTrans" cxnId="{3C01E021-6C0C-4A31-AAD4-DC973173D23A}">
      <dgm:prSet/>
      <dgm:spPr/>
      <dgm:t>
        <a:bodyPr/>
        <a:lstStyle/>
        <a:p>
          <a:endParaRPr lang="en-US"/>
        </a:p>
      </dgm:t>
    </dgm:pt>
    <dgm:pt modelId="{5E2E5313-EFDB-4A39-8EE2-A61C933CE5B6}" type="sibTrans" cxnId="{3C01E021-6C0C-4A31-AAD4-DC973173D23A}">
      <dgm:prSet/>
      <dgm:spPr/>
      <dgm:t>
        <a:bodyPr/>
        <a:lstStyle/>
        <a:p>
          <a:endParaRPr lang="en-US"/>
        </a:p>
      </dgm:t>
    </dgm:pt>
    <dgm:pt modelId="{E99641D8-40C3-487A-AD93-91D0CEA69209}">
      <dgm:prSet/>
      <dgm:spPr/>
      <dgm:t>
        <a:bodyPr/>
        <a:lstStyle/>
        <a:p>
          <a:r>
            <a:rPr lang="en-US" dirty="0"/>
            <a:t>GET /</a:t>
          </a:r>
          <a:r>
            <a:rPr lang="en-US" dirty="0" err="1"/>
            <a:t>api</a:t>
          </a:r>
          <a:r>
            <a:rPr lang="en-US" dirty="0"/>
            <a:t>/v1/customers/123</a:t>
          </a:r>
        </a:p>
        <a:p>
          <a:r>
            <a:rPr lang="en-US" dirty="0"/>
            <a:t>GET /</a:t>
          </a:r>
          <a:r>
            <a:rPr lang="en-US" dirty="0" err="1"/>
            <a:t>api</a:t>
          </a:r>
          <a:r>
            <a:rPr lang="en-US" dirty="0"/>
            <a:t>/v1/customers</a:t>
          </a:r>
        </a:p>
      </dgm:t>
    </dgm:pt>
    <dgm:pt modelId="{52898D7E-DC74-422F-B256-033613538AAC}" type="parTrans" cxnId="{A2F459E6-B039-46C8-A4BA-B6B81398ECA7}">
      <dgm:prSet/>
      <dgm:spPr/>
      <dgm:t>
        <a:bodyPr/>
        <a:lstStyle/>
        <a:p>
          <a:endParaRPr lang="en-US"/>
        </a:p>
      </dgm:t>
    </dgm:pt>
    <dgm:pt modelId="{AD203A41-FC24-4F35-BE09-2D1C8B7B8D24}" type="sibTrans" cxnId="{A2F459E6-B039-46C8-A4BA-B6B81398ECA7}">
      <dgm:prSet/>
      <dgm:spPr/>
      <dgm:t>
        <a:bodyPr/>
        <a:lstStyle/>
        <a:p>
          <a:endParaRPr lang="en-US"/>
        </a:p>
      </dgm:t>
    </dgm:pt>
    <dgm:pt modelId="{92C480B6-8A93-4AEA-B138-5EC73E2815E7}">
      <dgm:prSet/>
      <dgm:spPr/>
      <dgm:t>
        <a:bodyPr/>
        <a:lstStyle/>
        <a:p>
          <a:r>
            <a:rPr lang="en-US"/>
            <a:t>POST /api/v1/customers</a:t>
          </a:r>
        </a:p>
      </dgm:t>
    </dgm:pt>
    <dgm:pt modelId="{347D7453-DC6B-46B9-AE63-4CC43142CB47}" type="parTrans" cxnId="{D4DA7922-C28C-423C-AC69-F161B4D4EDA4}">
      <dgm:prSet/>
      <dgm:spPr/>
      <dgm:t>
        <a:bodyPr/>
        <a:lstStyle/>
        <a:p>
          <a:endParaRPr lang="en-US"/>
        </a:p>
      </dgm:t>
    </dgm:pt>
    <dgm:pt modelId="{E3C80A35-067A-4AF1-A7F8-F4F5FACFC611}" type="sibTrans" cxnId="{D4DA7922-C28C-423C-AC69-F161B4D4EDA4}">
      <dgm:prSet/>
      <dgm:spPr/>
      <dgm:t>
        <a:bodyPr/>
        <a:lstStyle/>
        <a:p>
          <a:endParaRPr lang="en-US"/>
        </a:p>
      </dgm:t>
    </dgm:pt>
    <dgm:pt modelId="{29B9B644-8F82-4E37-BE9C-E3885F9B2255}">
      <dgm:prSet/>
      <dgm:spPr/>
      <dgm:t>
        <a:bodyPr/>
        <a:lstStyle/>
        <a:p>
          <a:r>
            <a:rPr lang="en-US"/>
            <a:t>PUT /api/v1/customers/123</a:t>
          </a:r>
        </a:p>
      </dgm:t>
    </dgm:pt>
    <dgm:pt modelId="{77F7674C-9A5E-4053-B5B1-08D5AD45CC0F}" type="parTrans" cxnId="{5195D620-CF74-4D9D-A5E3-63753008D033}">
      <dgm:prSet/>
      <dgm:spPr/>
      <dgm:t>
        <a:bodyPr/>
        <a:lstStyle/>
        <a:p>
          <a:endParaRPr lang="en-US"/>
        </a:p>
      </dgm:t>
    </dgm:pt>
    <dgm:pt modelId="{B766E2D9-3D05-4BFA-B93C-97871D2BBEBA}" type="sibTrans" cxnId="{5195D620-CF74-4D9D-A5E3-63753008D033}">
      <dgm:prSet/>
      <dgm:spPr/>
      <dgm:t>
        <a:bodyPr/>
        <a:lstStyle/>
        <a:p>
          <a:endParaRPr lang="en-US"/>
        </a:p>
      </dgm:t>
    </dgm:pt>
    <dgm:pt modelId="{3439F3DD-BA38-4EC6-B902-9DF8B51F09A6}">
      <dgm:prSet/>
      <dgm:spPr/>
      <dgm:t>
        <a:bodyPr/>
        <a:lstStyle/>
        <a:p>
          <a:r>
            <a:rPr lang="en-US"/>
            <a:t>DELETE /api/v1/customers/123</a:t>
          </a:r>
        </a:p>
      </dgm:t>
    </dgm:pt>
    <dgm:pt modelId="{66D33E99-F596-46BE-8A6D-5F7C94AF2189}" type="parTrans" cxnId="{78612753-172E-4CD6-B40F-34B151D61950}">
      <dgm:prSet/>
      <dgm:spPr/>
      <dgm:t>
        <a:bodyPr/>
        <a:lstStyle/>
        <a:p>
          <a:endParaRPr lang="en-US"/>
        </a:p>
      </dgm:t>
    </dgm:pt>
    <dgm:pt modelId="{F985F632-E264-4CA0-ACCA-1B02FE024209}" type="sibTrans" cxnId="{78612753-172E-4CD6-B40F-34B151D61950}">
      <dgm:prSet/>
      <dgm:spPr/>
      <dgm:t>
        <a:bodyPr/>
        <a:lstStyle/>
        <a:p>
          <a:endParaRPr lang="en-US"/>
        </a:p>
      </dgm:t>
    </dgm:pt>
    <dgm:pt modelId="{4927F650-90F4-407D-A9CC-6719C6E0A6D1}">
      <dgm:prSet custT="1"/>
      <dgm:spPr/>
      <dgm:t>
        <a:bodyPr/>
        <a:lstStyle/>
        <a:p>
          <a:r>
            <a:rPr lang="en-US" sz="2000" b="1" dirty="0"/>
            <a:t>Response</a:t>
          </a:r>
          <a:r>
            <a:rPr lang="en-US" sz="2500" b="1" dirty="0"/>
            <a:t>:</a:t>
          </a:r>
          <a:r>
            <a:rPr lang="en-US" sz="2500" dirty="0"/>
            <a:t> JSON or XML with customer data</a:t>
          </a:r>
        </a:p>
      </dgm:t>
    </dgm:pt>
    <dgm:pt modelId="{2AE13858-281D-4902-8E10-F7E86DF69671}" type="parTrans" cxnId="{4441F21B-47B6-4BA2-8B37-E6381AD2C248}">
      <dgm:prSet/>
      <dgm:spPr/>
      <dgm:t>
        <a:bodyPr/>
        <a:lstStyle/>
        <a:p>
          <a:endParaRPr lang="en-US"/>
        </a:p>
      </dgm:t>
    </dgm:pt>
    <dgm:pt modelId="{26C7923F-69E6-42DC-9F7A-6C5C88895BA7}" type="sibTrans" cxnId="{4441F21B-47B6-4BA2-8B37-E6381AD2C248}">
      <dgm:prSet/>
      <dgm:spPr/>
      <dgm:t>
        <a:bodyPr/>
        <a:lstStyle/>
        <a:p>
          <a:endParaRPr lang="en-US"/>
        </a:p>
      </dgm:t>
    </dgm:pt>
    <dgm:pt modelId="{F230BCCA-40EB-4DF4-845E-74EABA84CF88}" type="pres">
      <dgm:prSet presAssocID="{B337E42B-7FCF-4E00-8DBD-62D4A520FC79}" presName="root" presStyleCnt="0">
        <dgm:presLayoutVars>
          <dgm:dir/>
          <dgm:resizeHandles val="exact"/>
        </dgm:presLayoutVars>
      </dgm:prSet>
      <dgm:spPr/>
    </dgm:pt>
    <dgm:pt modelId="{153AC0D3-5EE6-4ECA-A065-4686E35B1E7E}" type="pres">
      <dgm:prSet presAssocID="{E4461363-77C1-462A-8795-9158CA59DDDC}" presName="compNode" presStyleCnt="0"/>
      <dgm:spPr/>
    </dgm:pt>
    <dgm:pt modelId="{158EC440-D9D4-46BA-ACCB-2320B6E952EB}" type="pres">
      <dgm:prSet presAssocID="{E4461363-77C1-462A-8795-9158CA59DDDC}" presName="bgRect" presStyleLbl="bgShp" presStyleIdx="0" presStyleCnt="2" custLinFactNeighborX="-6748" custLinFactNeighborY="4999"/>
      <dgm:spPr/>
    </dgm:pt>
    <dgm:pt modelId="{58BFE326-BBCF-4FD8-B443-48F94D648BEE}" type="pres">
      <dgm:prSet presAssocID="{E4461363-77C1-462A-8795-9158CA59DDD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43401B3-D1D2-404A-846A-99BA54221F36}" type="pres">
      <dgm:prSet presAssocID="{E4461363-77C1-462A-8795-9158CA59DDDC}" presName="spaceRect" presStyleCnt="0"/>
      <dgm:spPr/>
    </dgm:pt>
    <dgm:pt modelId="{99E7FB88-8618-4BC0-99F5-D7F32DE2DF98}" type="pres">
      <dgm:prSet presAssocID="{E4461363-77C1-462A-8795-9158CA59DDDC}" presName="parTx" presStyleLbl="revTx" presStyleIdx="0" presStyleCnt="3">
        <dgm:presLayoutVars>
          <dgm:chMax val="0"/>
          <dgm:chPref val="0"/>
        </dgm:presLayoutVars>
      </dgm:prSet>
      <dgm:spPr/>
    </dgm:pt>
    <dgm:pt modelId="{6C5152D0-BEB7-44E2-BB79-A986E84B0F8E}" type="pres">
      <dgm:prSet presAssocID="{E4461363-77C1-462A-8795-9158CA59DDDC}" presName="desTx" presStyleLbl="revTx" presStyleIdx="1" presStyleCnt="3">
        <dgm:presLayoutVars/>
      </dgm:prSet>
      <dgm:spPr/>
    </dgm:pt>
    <dgm:pt modelId="{E30758A0-15AC-4B6A-A973-2C51B7B5A05A}" type="pres">
      <dgm:prSet presAssocID="{5E2E5313-EFDB-4A39-8EE2-A61C933CE5B6}" presName="sibTrans" presStyleCnt="0"/>
      <dgm:spPr/>
    </dgm:pt>
    <dgm:pt modelId="{54A2F345-9C72-4306-A55B-720F73EC1E5F}" type="pres">
      <dgm:prSet presAssocID="{4927F650-90F4-407D-A9CC-6719C6E0A6D1}" presName="compNode" presStyleCnt="0"/>
      <dgm:spPr/>
    </dgm:pt>
    <dgm:pt modelId="{19D25D15-148B-48EB-B9C0-38BBE31F0115}" type="pres">
      <dgm:prSet presAssocID="{4927F650-90F4-407D-A9CC-6719C6E0A6D1}" presName="bgRect" presStyleLbl="bgShp" presStyleIdx="1" presStyleCnt="2"/>
      <dgm:spPr/>
    </dgm:pt>
    <dgm:pt modelId="{4009BF1A-E131-4881-9198-7105DC5CAF12}" type="pres">
      <dgm:prSet presAssocID="{4927F650-90F4-407D-A9CC-6719C6E0A6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BC0D8D9-641B-4C33-89A7-A087B5775308}" type="pres">
      <dgm:prSet presAssocID="{4927F650-90F4-407D-A9CC-6719C6E0A6D1}" presName="spaceRect" presStyleCnt="0"/>
      <dgm:spPr/>
    </dgm:pt>
    <dgm:pt modelId="{A2C6D25C-6EE2-4115-9A82-0E8679665183}" type="pres">
      <dgm:prSet presAssocID="{4927F650-90F4-407D-A9CC-6719C6E0A6D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B454317-7F0D-431E-8CEF-E830953A461C}" type="presOf" srcId="{29B9B644-8F82-4E37-BE9C-E3885F9B2255}" destId="{6C5152D0-BEB7-44E2-BB79-A986E84B0F8E}" srcOrd="0" destOrd="2" presId="urn:microsoft.com/office/officeart/2018/2/layout/IconVerticalSolidList"/>
    <dgm:cxn modelId="{4441F21B-47B6-4BA2-8B37-E6381AD2C248}" srcId="{B337E42B-7FCF-4E00-8DBD-62D4A520FC79}" destId="{4927F650-90F4-407D-A9CC-6719C6E0A6D1}" srcOrd="1" destOrd="0" parTransId="{2AE13858-281D-4902-8E10-F7E86DF69671}" sibTransId="{26C7923F-69E6-42DC-9F7A-6C5C88895BA7}"/>
    <dgm:cxn modelId="{5195D620-CF74-4D9D-A5E3-63753008D033}" srcId="{E4461363-77C1-462A-8795-9158CA59DDDC}" destId="{29B9B644-8F82-4E37-BE9C-E3885F9B2255}" srcOrd="2" destOrd="0" parTransId="{77F7674C-9A5E-4053-B5B1-08D5AD45CC0F}" sibTransId="{B766E2D9-3D05-4BFA-B93C-97871D2BBEBA}"/>
    <dgm:cxn modelId="{3C01E021-6C0C-4A31-AAD4-DC973173D23A}" srcId="{B337E42B-7FCF-4E00-8DBD-62D4A520FC79}" destId="{E4461363-77C1-462A-8795-9158CA59DDDC}" srcOrd="0" destOrd="0" parTransId="{1C4E0783-192E-4B1F-AAA8-857317EAB4D2}" sibTransId="{5E2E5313-EFDB-4A39-8EE2-A61C933CE5B6}"/>
    <dgm:cxn modelId="{D4DA7922-C28C-423C-AC69-F161B4D4EDA4}" srcId="{E4461363-77C1-462A-8795-9158CA59DDDC}" destId="{92C480B6-8A93-4AEA-B138-5EC73E2815E7}" srcOrd="1" destOrd="0" parTransId="{347D7453-DC6B-46B9-AE63-4CC43142CB47}" sibTransId="{E3C80A35-067A-4AF1-A7F8-F4F5FACFC611}"/>
    <dgm:cxn modelId="{3FAA7924-F82C-43C4-8CE5-D32A13B67DEA}" type="presOf" srcId="{92C480B6-8A93-4AEA-B138-5EC73E2815E7}" destId="{6C5152D0-BEB7-44E2-BB79-A986E84B0F8E}" srcOrd="0" destOrd="1" presId="urn:microsoft.com/office/officeart/2018/2/layout/IconVerticalSolidList"/>
    <dgm:cxn modelId="{18078B69-D5C4-4CD2-B603-2ADF717FFF13}" type="presOf" srcId="{E4461363-77C1-462A-8795-9158CA59DDDC}" destId="{99E7FB88-8618-4BC0-99F5-D7F32DE2DF98}" srcOrd="0" destOrd="0" presId="urn:microsoft.com/office/officeart/2018/2/layout/IconVerticalSolidList"/>
    <dgm:cxn modelId="{D6A86750-4B43-4BC8-A07B-24367011F6F9}" type="presOf" srcId="{3439F3DD-BA38-4EC6-B902-9DF8B51F09A6}" destId="{6C5152D0-BEB7-44E2-BB79-A986E84B0F8E}" srcOrd="0" destOrd="3" presId="urn:microsoft.com/office/officeart/2018/2/layout/IconVerticalSolidList"/>
    <dgm:cxn modelId="{78612753-172E-4CD6-B40F-34B151D61950}" srcId="{E4461363-77C1-462A-8795-9158CA59DDDC}" destId="{3439F3DD-BA38-4EC6-B902-9DF8B51F09A6}" srcOrd="3" destOrd="0" parTransId="{66D33E99-F596-46BE-8A6D-5F7C94AF2189}" sibTransId="{F985F632-E264-4CA0-ACCA-1B02FE024209}"/>
    <dgm:cxn modelId="{3498DDBC-B454-4D33-9CB8-076F6FB441A6}" type="presOf" srcId="{E99641D8-40C3-487A-AD93-91D0CEA69209}" destId="{6C5152D0-BEB7-44E2-BB79-A986E84B0F8E}" srcOrd="0" destOrd="0" presId="urn:microsoft.com/office/officeart/2018/2/layout/IconVerticalSolidList"/>
    <dgm:cxn modelId="{5D44C7D1-95CD-4867-B1DA-E8855B294529}" type="presOf" srcId="{B337E42B-7FCF-4E00-8DBD-62D4A520FC79}" destId="{F230BCCA-40EB-4DF4-845E-74EABA84CF88}" srcOrd="0" destOrd="0" presId="urn:microsoft.com/office/officeart/2018/2/layout/IconVerticalSolidList"/>
    <dgm:cxn modelId="{A2F459E6-B039-46C8-A4BA-B6B81398ECA7}" srcId="{E4461363-77C1-462A-8795-9158CA59DDDC}" destId="{E99641D8-40C3-487A-AD93-91D0CEA69209}" srcOrd="0" destOrd="0" parTransId="{52898D7E-DC74-422F-B256-033613538AAC}" sibTransId="{AD203A41-FC24-4F35-BE09-2D1C8B7B8D24}"/>
    <dgm:cxn modelId="{A1532EEF-C427-4089-81E2-B5BBBBEFFBBC}" type="presOf" srcId="{4927F650-90F4-407D-A9CC-6719C6E0A6D1}" destId="{A2C6D25C-6EE2-4115-9A82-0E8679665183}" srcOrd="0" destOrd="0" presId="urn:microsoft.com/office/officeart/2018/2/layout/IconVerticalSolidList"/>
    <dgm:cxn modelId="{85B6EFD3-EFFB-419B-B398-4D77FF9B06D7}" type="presParOf" srcId="{F230BCCA-40EB-4DF4-845E-74EABA84CF88}" destId="{153AC0D3-5EE6-4ECA-A065-4686E35B1E7E}" srcOrd="0" destOrd="0" presId="urn:microsoft.com/office/officeart/2018/2/layout/IconVerticalSolidList"/>
    <dgm:cxn modelId="{B62DB586-4319-4F7E-969C-14C525E9E347}" type="presParOf" srcId="{153AC0D3-5EE6-4ECA-A065-4686E35B1E7E}" destId="{158EC440-D9D4-46BA-ACCB-2320B6E952EB}" srcOrd="0" destOrd="0" presId="urn:microsoft.com/office/officeart/2018/2/layout/IconVerticalSolidList"/>
    <dgm:cxn modelId="{F44756C4-85C7-4334-BBB0-CD68B212D880}" type="presParOf" srcId="{153AC0D3-5EE6-4ECA-A065-4686E35B1E7E}" destId="{58BFE326-BBCF-4FD8-B443-48F94D648BEE}" srcOrd="1" destOrd="0" presId="urn:microsoft.com/office/officeart/2018/2/layout/IconVerticalSolidList"/>
    <dgm:cxn modelId="{082B5CD1-5151-4BDF-BD89-9C4EBDFF4B56}" type="presParOf" srcId="{153AC0D3-5EE6-4ECA-A065-4686E35B1E7E}" destId="{C43401B3-D1D2-404A-846A-99BA54221F36}" srcOrd="2" destOrd="0" presId="urn:microsoft.com/office/officeart/2018/2/layout/IconVerticalSolidList"/>
    <dgm:cxn modelId="{D5292B2E-C27D-4DD0-BA95-6A7DBD580346}" type="presParOf" srcId="{153AC0D3-5EE6-4ECA-A065-4686E35B1E7E}" destId="{99E7FB88-8618-4BC0-99F5-D7F32DE2DF98}" srcOrd="3" destOrd="0" presId="urn:microsoft.com/office/officeart/2018/2/layout/IconVerticalSolidList"/>
    <dgm:cxn modelId="{2D41DCF0-2067-429E-9201-A275B0328020}" type="presParOf" srcId="{153AC0D3-5EE6-4ECA-A065-4686E35B1E7E}" destId="{6C5152D0-BEB7-44E2-BB79-A986E84B0F8E}" srcOrd="4" destOrd="0" presId="urn:microsoft.com/office/officeart/2018/2/layout/IconVerticalSolidList"/>
    <dgm:cxn modelId="{CFE0AE08-54D1-43E8-A45E-5468A0F438EC}" type="presParOf" srcId="{F230BCCA-40EB-4DF4-845E-74EABA84CF88}" destId="{E30758A0-15AC-4B6A-A973-2C51B7B5A05A}" srcOrd="1" destOrd="0" presId="urn:microsoft.com/office/officeart/2018/2/layout/IconVerticalSolidList"/>
    <dgm:cxn modelId="{1903F7A8-07CD-428D-88CE-3EAEA86FCF35}" type="presParOf" srcId="{F230BCCA-40EB-4DF4-845E-74EABA84CF88}" destId="{54A2F345-9C72-4306-A55B-720F73EC1E5F}" srcOrd="2" destOrd="0" presId="urn:microsoft.com/office/officeart/2018/2/layout/IconVerticalSolidList"/>
    <dgm:cxn modelId="{4892E1AD-1953-45AD-8700-7C054AAAF036}" type="presParOf" srcId="{54A2F345-9C72-4306-A55B-720F73EC1E5F}" destId="{19D25D15-148B-48EB-B9C0-38BBE31F0115}" srcOrd="0" destOrd="0" presId="urn:microsoft.com/office/officeart/2018/2/layout/IconVerticalSolidList"/>
    <dgm:cxn modelId="{B1FE0226-09B4-4C5E-9CB2-210B499B2E6F}" type="presParOf" srcId="{54A2F345-9C72-4306-A55B-720F73EC1E5F}" destId="{4009BF1A-E131-4881-9198-7105DC5CAF12}" srcOrd="1" destOrd="0" presId="urn:microsoft.com/office/officeart/2018/2/layout/IconVerticalSolidList"/>
    <dgm:cxn modelId="{A6D587D6-1A16-4D95-A9D1-E920F998B1D5}" type="presParOf" srcId="{54A2F345-9C72-4306-A55B-720F73EC1E5F}" destId="{DBC0D8D9-641B-4C33-89A7-A087B5775308}" srcOrd="2" destOrd="0" presId="urn:microsoft.com/office/officeart/2018/2/layout/IconVerticalSolidList"/>
    <dgm:cxn modelId="{8ECD2DF3-8F8E-4470-8BD7-675049FCDADB}" type="presParOf" srcId="{54A2F345-9C72-4306-A55B-720F73EC1E5F}" destId="{A2C6D25C-6EE2-4115-9A82-0E86796651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8B87AB8-E5ED-4315-A3C2-D4AFA89B65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DFDBBB-682C-4C45-AA77-018592AE1B79}">
      <dgm:prSet/>
      <dgm:spPr/>
      <dgm:t>
        <a:bodyPr/>
        <a:lstStyle/>
        <a:p>
          <a:r>
            <a:rPr lang="en-US" b="1"/>
            <a:t>Definition: </a:t>
          </a:r>
          <a:r>
            <a:rPr lang="en-US"/>
            <a:t>XML-based protocol with strict standards and built-in security for enterprise integration</a:t>
          </a:r>
        </a:p>
      </dgm:t>
    </dgm:pt>
    <dgm:pt modelId="{F4080421-7A50-4751-86F6-410EC340B2F0}" type="parTrans" cxnId="{EDC879F2-3F46-4137-A7E8-079330732086}">
      <dgm:prSet/>
      <dgm:spPr/>
      <dgm:t>
        <a:bodyPr/>
        <a:lstStyle/>
        <a:p>
          <a:endParaRPr lang="en-US"/>
        </a:p>
      </dgm:t>
    </dgm:pt>
    <dgm:pt modelId="{5729C993-B668-4785-8545-F17E98A19253}" type="sibTrans" cxnId="{EDC879F2-3F46-4137-A7E8-079330732086}">
      <dgm:prSet/>
      <dgm:spPr/>
      <dgm:t>
        <a:bodyPr/>
        <a:lstStyle/>
        <a:p>
          <a:endParaRPr lang="en-US"/>
        </a:p>
      </dgm:t>
    </dgm:pt>
    <dgm:pt modelId="{DE926078-4F5A-4956-A6FE-4FB2CD15C528}">
      <dgm:prSet/>
      <dgm:spPr/>
      <dgm:t>
        <a:bodyPr/>
        <a:lstStyle/>
        <a:p>
          <a:r>
            <a:rPr lang="en-US" b="1"/>
            <a:t>Structure : </a:t>
          </a:r>
          <a:r>
            <a:rPr lang="en-US"/>
            <a:t>Envelope → Header (metadata) + Body (message) + Fault (errors)</a:t>
          </a:r>
        </a:p>
      </dgm:t>
    </dgm:pt>
    <dgm:pt modelId="{D4D500DA-DF59-4F55-9EE2-2539FA2C5A7E}" type="parTrans" cxnId="{F02204D8-600A-4BC7-BD6F-942D744D876A}">
      <dgm:prSet/>
      <dgm:spPr/>
      <dgm:t>
        <a:bodyPr/>
        <a:lstStyle/>
        <a:p>
          <a:endParaRPr lang="en-US"/>
        </a:p>
      </dgm:t>
    </dgm:pt>
    <dgm:pt modelId="{7DBC7012-4964-401E-B083-0590CBBAEDED}" type="sibTrans" cxnId="{F02204D8-600A-4BC7-BD6F-942D744D876A}">
      <dgm:prSet/>
      <dgm:spPr/>
      <dgm:t>
        <a:bodyPr/>
        <a:lstStyle/>
        <a:p>
          <a:endParaRPr lang="en-US"/>
        </a:p>
      </dgm:t>
    </dgm:pt>
    <dgm:pt modelId="{FF9877A8-0634-4CA9-A9F2-1D5BF433E87D}" type="pres">
      <dgm:prSet presAssocID="{08B87AB8-E5ED-4315-A3C2-D4AFA89B6554}" presName="root" presStyleCnt="0">
        <dgm:presLayoutVars>
          <dgm:dir/>
          <dgm:resizeHandles val="exact"/>
        </dgm:presLayoutVars>
      </dgm:prSet>
      <dgm:spPr/>
    </dgm:pt>
    <dgm:pt modelId="{D2350F60-F0C2-4762-8784-390C7AD34B24}" type="pres">
      <dgm:prSet presAssocID="{5ADFDBBB-682C-4C45-AA77-018592AE1B79}" presName="compNode" presStyleCnt="0"/>
      <dgm:spPr/>
    </dgm:pt>
    <dgm:pt modelId="{75C069B3-C17F-4CC3-85EC-A105DA8D7BF3}" type="pres">
      <dgm:prSet presAssocID="{5ADFDBBB-682C-4C45-AA77-018592AE1B79}" presName="bgRect" presStyleLbl="bgShp" presStyleIdx="0" presStyleCnt="2"/>
      <dgm:spPr/>
    </dgm:pt>
    <dgm:pt modelId="{37DC6002-98AC-41CB-9526-07035763BC3D}" type="pres">
      <dgm:prSet presAssocID="{5ADFDBBB-682C-4C45-AA77-018592AE1B7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C1CE624-E1F3-4B17-B4E6-88D859150386}" type="pres">
      <dgm:prSet presAssocID="{5ADFDBBB-682C-4C45-AA77-018592AE1B79}" presName="spaceRect" presStyleCnt="0"/>
      <dgm:spPr/>
    </dgm:pt>
    <dgm:pt modelId="{193F082C-010A-4DBC-9359-8986C9FF2C9C}" type="pres">
      <dgm:prSet presAssocID="{5ADFDBBB-682C-4C45-AA77-018592AE1B79}" presName="parTx" presStyleLbl="revTx" presStyleIdx="0" presStyleCnt="2">
        <dgm:presLayoutVars>
          <dgm:chMax val="0"/>
          <dgm:chPref val="0"/>
        </dgm:presLayoutVars>
      </dgm:prSet>
      <dgm:spPr/>
    </dgm:pt>
    <dgm:pt modelId="{1984BC13-358E-4533-B60F-A581E899D456}" type="pres">
      <dgm:prSet presAssocID="{5729C993-B668-4785-8545-F17E98A19253}" presName="sibTrans" presStyleCnt="0"/>
      <dgm:spPr/>
    </dgm:pt>
    <dgm:pt modelId="{C5D13A5D-E962-45CD-86B6-E2399F1960D9}" type="pres">
      <dgm:prSet presAssocID="{DE926078-4F5A-4956-A6FE-4FB2CD15C528}" presName="compNode" presStyleCnt="0"/>
      <dgm:spPr/>
    </dgm:pt>
    <dgm:pt modelId="{79629968-56AC-4A94-A196-884E8BBE009A}" type="pres">
      <dgm:prSet presAssocID="{DE926078-4F5A-4956-A6FE-4FB2CD15C528}" presName="bgRect" presStyleLbl="bgShp" presStyleIdx="1" presStyleCnt="2"/>
      <dgm:spPr/>
    </dgm:pt>
    <dgm:pt modelId="{4A214A75-8872-4CB1-AAAF-7EE706FBF02E}" type="pres">
      <dgm:prSet presAssocID="{DE926078-4F5A-4956-A6FE-4FB2CD15C52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502F6551-9B6A-426E-82C5-EE94BAE70003}" type="pres">
      <dgm:prSet presAssocID="{DE926078-4F5A-4956-A6FE-4FB2CD15C528}" presName="spaceRect" presStyleCnt="0"/>
      <dgm:spPr/>
    </dgm:pt>
    <dgm:pt modelId="{429E62C8-B6D8-49A8-BF29-121484FF4861}" type="pres">
      <dgm:prSet presAssocID="{DE926078-4F5A-4956-A6FE-4FB2CD15C52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4874A4F-3287-472D-BEA9-DBBFEFA061BB}" type="presOf" srcId="{5ADFDBBB-682C-4C45-AA77-018592AE1B79}" destId="{193F082C-010A-4DBC-9359-8986C9FF2C9C}" srcOrd="0" destOrd="0" presId="urn:microsoft.com/office/officeart/2018/2/layout/IconVerticalSolidList"/>
    <dgm:cxn modelId="{E427BF97-CE95-4DC3-B2F5-618033B526ED}" type="presOf" srcId="{DE926078-4F5A-4956-A6FE-4FB2CD15C528}" destId="{429E62C8-B6D8-49A8-BF29-121484FF4861}" srcOrd="0" destOrd="0" presId="urn:microsoft.com/office/officeart/2018/2/layout/IconVerticalSolidList"/>
    <dgm:cxn modelId="{EB881D9B-98A5-46B5-BAFD-6098E0436B5D}" type="presOf" srcId="{08B87AB8-E5ED-4315-A3C2-D4AFA89B6554}" destId="{FF9877A8-0634-4CA9-A9F2-1D5BF433E87D}" srcOrd="0" destOrd="0" presId="urn:microsoft.com/office/officeart/2018/2/layout/IconVerticalSolidList"/>
    <dgm:cxn modelId="{F02204D8-600A-4BC7-BD6F-942D744D876A}" srcId="{08B87AB8-E5ED-4315-A3C2-D4AFA89B6554}" destId="{DE926078-4F5A-4956-A6FE-4FB2CD15C528}" srcOrd="1" destOrd="0" parTransId="{D4D500DA-DF59-4F55-9EE2-2539FA2C5A7E}" sibTransId="{7DBC7012-4964-401E-B083-0590CBBAEDED}"/>
    <dgm:cxn modelId="{EDC879F2-3F46-4137-A7E8-079330732086}" srcId="{08B87AB8-E5ED-4315-A3C2-D4AFA89B6554}" destId="{5ADFDBBB-682C-4C45-AA77-018592AE1B79}" srcOrd="0" destOrd="0" parTransId="{F4080421-7A50-4751-86F6-410EC340B2F0}" sibTransId="{5729C993-B668-4785-8545-F17E98A19253}"/>
    <dgm:cxn modelId="{51C15986-8AB7-44AF-8532-2DB89143BBD9}" type="presParOf" srcId="{FF9877A8-0634-4CA9-A9F2-1D5BF433E87D}" destId="{D2350F60-F0C2-4762-8784-390C7AD34B24}" srcOrd="0" destOrd="0" presId="urn:microsoft.com/office/officeart/2018/2/layout/IconVerticalSolidList"/>
    <dgm:cxn modelId="{BA76879B-0896-424E-9DF7-472227ADF9CF}" type="presParOf" srcId="{D2350F60-F0C2-4762-8784-390C7AD34B24}" destId="{75C069B3-C17F-4CC3-85EC-A105DA8D7BF3}" srcOrd="0" destOrd="0" presId="urn:microsoft.com/office/officeart/2018/2/layout/IconVerticalSolidList"/>
    <dgm:cxn modelId="{C3E36F1E-8529-4EE6-BCD0-D4C830983E73}" type="presParOf" srcId="{D2350F60-F0C2-4762-8784-390C7AD34B24}" destId="{37DC6002-98AC-41CB-9526-07035763BC3D}" srcOrd="1" destOrd="0" presId="urn:microsoft.com/office/officeart/2018/2/layout/IconVerticalSolidList"/>
    <dgm:cxn modelId="{8D2824FD-80DF-4292-9540-F8F2F6003995}" type="presParOf" srcId="{D2350F60-F0C2-4762-8784-390C7AD34B24}" destId="{FC1CE624-E1F3-4B17-B4E6-88D859150386}" srcOrd="2" destOrd="0" presId="urn:microsoft.com/office/officeart/2018/2/layout/IconVerticalSolidList"/>
    <dgm:cxn modelId="{B3C536FA-150C-4121-9A2F-388894682800}" type="presParOf" srcId="{D2350F60-F0C2-4762-8784-390C7AD34B24}" destId="{193F082C-010A-4DBC-9359-8986C9FF2C9C}" srcOrd="3" destOrd="0" presId="urn:microsoft.com/office/officeart/2018/2/layout/IconVerticalSolidList"/>
    <dgm:cxn modelId="{EA5BD909-3840-429A-B590-C4026BD1DB77}" type="presParOf" srcId="{FF9877A8-0634-4CA9-A9F2-1D5BF433E87D}" destId="{1984BC13-358E-4533-B60F-A581E899D456}" srcOrd="1" destOrd="0" presId="urn:microsoft.com/office/officeart/2018/2/layout/IconVerticalSolidList"/>
    <dgm:cxn modelId="{92B97B8C-5CC7-488E-930D-F5C15BAC59FD}" type="presParOf" srcId="{FF9877A8-0634-4CA9-A9F2-1D5BF433E87D}" destId="{C5D13A5D-E962-45CD-86B6-E2399F1960D9}" srcOrd="2" destOrd="0" presId="urn:microsoft.com/office/officeart/2018/2/layout/IconVerticalSolidList"/>
    <dgm:cxn modelId="{912512CB-1A22-484D-9E55-CF194197470B}" type="presParOf" srcId="{C5D13A5D-E962-45CD-86B6-E2399F1960D9}" destId="{79629968-56AC-4A94-A196-884E8BBE009A}" srcOrd="0" destOrd="0" presId="urn:microsoft.com/office/officeart/2018/2/layout/IconVerticalSolidList"/>
    <dgm:cxn modelId="{D01E072D-2720-48A7-AE51-C94AAF59D189}" type="presParOf" srcId="{C5D13A5D-E962-45CD-86B6-E2399F1960D9}" destId="{4A214A75-8872-4CB1-AAAF-7EE706FBF02E}" srcOrd="1" destOrd="0" presId="urn:microsoft.com/office/officeart/2018/2/layout/IconVerticalSolidList"/>
    <dgm:cxn modelId="{8C721E40-D97F-4917-9FBA-E4277A2B348E}" type="presParOf" srcId="{C5D13A5D-E962-45CD-86B6-E2399F1960D9}" destId="{502F6551-9B6A-426E-82C5-EE94BAE70003}" srcOrd="2" destOrd="0" presId="urn:microsoft.com/office/officeart/2018/2/layout/IconVerticalSolidList"/>
    <dgm:cxn modelId="{C6DC8F56-AC32-49F0-A79C-9E1F66E6C649}" type="presParOf" srcId="{C5D13A5D-E962-45CD-86B6-E2399F1960D9}" destId="{429E62C8-B6D8-49A8-BF29-121484FF48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DF83439-927F-4FD6-BBE3-E24ADA6043C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9837DC8-EF2C-4AC5-AA5E-469FDF2AE93E}">
      <dgm:prSet/>
      <dgm:spPr/>
      <dgm:t>
        <a:bodyPr/>
        <a:lstStyle/>
        <a:p>
          <a:r>
            <a:rPr lang="en-US" b="1"/>
            <a:t>XML-Only:</a:t>
          </a:r>
          <a:r>
            <a:rPr lang="en-US"/>
            <a:t> All messages are XML, both request and response</a:t>
          </a:r>
        </a:p>
      </dgm:t>
    </dgm:pt>
    <dgm:pt modelId="{60186570-0E4C-4103-AF53-A4A74A3DA124}" type="parTrans" cxnId="{69D1021C-3EFD-4338-9578-8819B441B6D1}">
      <dgm:prSet/>
      <dgm:spPr/>
      <dgm:t>
        <a:bodyPr/>
        <a:lstStyle/>
        <a:p>
          <a:endParaRPr lang="en-US"/>
        </a:p>
      </dgm:t>
    </dgm:pt>
    <dgm:pt modelId="{E293E4FA-1B70-44D3-BBE8-42F64ED33E16}" type="sibTrans" cxnId="{69D1021C-3EFD-4338-9578-8819B441B6D1}">
      <dgm:prSet/>
      <dgm:spPr/>
      <dgm:t>
        <a:bodyPr/>
        <a:lstStyle/>
        <a:p>
          <a:endParaRPr lang="en-US"/>
        </a:p>
      </dgm:t>
    </dgm:pt>
    <dgm:pt modelId="{5042DDB5-88BC-4E2B-B343-CB44C44380B7}">
      <dgm:prSet/>
      <dgm:spPr/>
      <dgm:t>
        <a:bodyPr/>
        <a:lstStyle/>
        <a:p>
          <a:r>
            <a:rPr lang="en-US" b="1"/>
            <a:t>Formal Contract:</a:t>
          </a:r>
          <a:r>
            <a:rPr lang="en-US"/>
            <a:t> WSDL (Web Service Definition Language) defines the service contract</a:t>
          </a:r>
        </a:p>
      </dgm:t>
    </dgm:pt>
    <dgm:pt modelId="{AAE68F89-B037-406D-A06D-2D922B0BEC38}" type="parTrans" cxnId="{6E375CE0-ECD0-4F16-9BF5-97A7061077F1}">
      <dgm:prSet/>
      <dgm:spPr/>
      <dgm:t>
        <a:bodyPr/>
        <a:lstStyle/>
        <a:p>
          <a:endParaRPr lang="en-US"/>
        </a:p>
      </dgm:t>
    </dgm:pt>
    <dgm:pt modelId="{2A2DFE62-A6D2-4950-80DF-0227843B18A8}" type="sibTrans" cxnId="{6E375CE0-ECD0-4F16-9BF5-97A7061077F1}">
      <dgm:prSet/>
      <dgm:spPr/>
      <dgm:t>
        <a:bodyPr/>
        <a:lstStyle/>
        <a:p>
          <a:endParaRPr lang="en-US"/>
        </a:p>
      </dgm:t>
    </dgm:pt>
    <dgm:pt modelId="{561050BE-688A-4604-9092-DD1F4226A6D3}">
      <dgm:prSet/>
      <dgm:spPr/>
      <dgm:t>
        <a:bodyPr/>
        <a:lstStyle/>
        <a:p>
          <a:r>
            <a:rPr lang="en-US" b="1"/>
            <a:t>Security &amp; Compliance:</a:t>
          </a:r>
          <a:r>
            <a:rPr lang="en-US"/>
            <a:t> WS-Security, ACID transactions for enterprise use</a:t>
          </a:r>
        </a:p>
      </dgm:t>
    </dgm:pt>
    <dgm:pt modelId="{617871FA-AF24-4FF1-8763-11078B183C08}" type="parTrans" cxnId="{9FCC1A08-CBE9-4A92-A6E8-3D61B52F6589}">
      <dgm:prSet/>
      <dgm:spPr/>
      <dgm:t>
        <a:bodyPr/>
        <a:lstStyle/>
        <a:p>
          <a:endParaRPr lang="en-US"/>
        </a:p>
      </dgm:t>
    </dgm:pt>
    <dgm:pt modelId="{C5DB4A7D-33E0-4648-B258-B4CBD199A007}" type="sibTrans" cxnId="{9FCC1A08-CBE9-4A92-A6E8-3D61B52F6589}">
      <dgm:prSet/>
      <dgm:spPr/>
      <dgm:t>
        <a:bodyPr/>
        <a:lstStyle/>
        <a:p>
          <a:endParaRPr lang="en-US"/>
        </a:p>
      </dgm:t>
    </dgm:pt>
    <dgm:pt modelId="{DE44B514-7333-473B-8967-8F02B0A1783C}">
      <dgm:prSet/>
      <dgm:spPr/>
      <dgm:t>
        <a:bodyPr/>
        <a:lstStyle/>
        <a:p>
          <a:r>
            <a:rPr lang="en-US" b="1"/>
            <a:t>Built-in Error Handling:</a:t>
          </a:r>
          <a:r>
            <a:rPr lang="en-US"/>
            <a:t> SOAP Faults provide detailed error information</a:t>
          </a:r>
        </a:p>
      </dgm:t>
    </dgm:pt>
    <dgm:pt modelId="{B6A400A8-4359-4DD2-B35D-67C6B136A848}" type="parTrans" cxnId="{950E86C7-01A0-4EC7-AA9A-88CC4FDBAF2A}">
      <dgm:prSet/>
      <dgm:spPr/>
      <dgm:t>
        <a:bodyPr/>
        <a:lstStyle/>
        <a:p>
          <a:endParaRPr lang="en-US"/>
        </a:p>
      </dgm:t>
    </dgm:pt>
    <dgm:pt modelId="{4C893136-7978-4740-BEFE-FA246AB13DD5}" type="sibTrans" cxnId="{950E86C7-01A0-4EC7-AA9A-88CC4FDBAF2A}">
      <dgm:prSet/>
      <dgm:spPr/>
      <dgm:t>
        <a:bodyPr/>
        <a:lstStyle/>
        <a:p>
          <a:endParaRPr lang="en-US"/>
        </a:p>
      </dgm:t>
    </dgm:pt>
    <dgm:pt modelId="{BCC47D7A-9D62-4E59-BF92-11B80AFBC74E}" type="pres">
      <dgm:prSet presAssocID="{CDF83439-927F-4FD6-BBE3-E24ADA6043CA}" presName="vert0" presStyleCnt="0">
        <dgm:presLayoutVars>
          <dgm:dir/>
          <dgm:animOne val="branch"/>
          <dgm:animLvl val="lvl"/>
        </dgm:presLayoutVars>
      </dgm:prSet>
      <dgm:spPr/>
    </dgm:pt>
    <dgm:pt modelId="{858297CC-5C97-4FE6-854F-D2A5E899A229}" type="pres">
      <dgm:prSet presAssocID="{B9837DC8-EF2C-4AC5-AA5E-469FDF2AE93E}" presName="thickLine" presStyleLbl="alignNode1" presStyleIdx="0" presStyleCnt="4"/>
      <dgm:spPr/>
    </dgm:pt>
    <dgm:pt modelId="{1CB99ABE-72D8-4937-805D-45BE94C0EF63}" type="pres">
      <dgm:prSet presAssocID="{B9837DC8-EF2C-4AC5-AA5E-469FDF2AE93E}" presName="horz1" presStyleCnt="0"/>
      <dgm:spPr/>
    </dgm:pt>
    <dgm:pt modelId="{7B2AF427-FBDE-49B3-B4FE-7C0C5CA7BC1A}" type="pres">
      <dgm:prSet presAssocID="{B9837DC8-EF2C-4AC5-AA5E-469FDF2AE93E}" presName="tx1" presStyleLbl="revTx" presStyleIdx="0" presStyleCnt="4"/>
      <dgm:spPr/>
    </dgm:pt>
    <dgm:pt modelId="{31AA9018-FF59-47B5-9946-B1651574AF3A}" type="pres">
      <dgm:prSet presAssocID="{B9837DC8-EF2C-4AC5-AA5E-469FDF2AE93E}" presName="vert1" presStyleCnt="0"/>
      <dgm:spPr/>
    </dgm:pt>
    <dgm:pt modelId="{CDBBAB6A-4160-41C1-A370-2EABCC611F5A}" type="pres">
      <dgm:prSet presAssocID="{5042DDB5-88BC-4E2B-B343-CB44C44380B7}" presName="thickLine" presStyleLbl="alignNode1" presStyleIdx="1" presStyleCnt="4"/>
      <dgm:spPr/>
    </dgm:pt>
    <dgm:pt modelId="{9BA7D0B6-4FD3-415A-8F2B-1C6E2634152A}" type="pres">
      <dgm:prSet presAssocID="{5042DDB5-88BC-4E2B-B343-CB44C44380B7}" presName="horz1" presStyleCnt="0"/>
      <dgm:spPr/>
    </dgm:pt>
    <dgm:pt modelId="{90FF4000-B55C-4AF1-8AEF-40332C499681}" type="pres">
      <dgm:prSet presAssocID="{5042DDB5-88BC-4E2B-B343-CB44C44380B7}" presName="tx1" presStyleLbl="revTx" presStyleIdx="1" presStyleCnt="4"/>
      <dgm:spPr/>
    </dgm:pt>
    <dgm:pt modelId="{762A7488-79EB-4185-A08A-80DB82F45C71}" type="pres">
      <dgm:prSet presAssocID="{5042DDB5-88BC-4E2B-B343-CB44C44380B7}" presName="vert1" presStyleCnt="0"/>
      <dgm:spPr/>
    </dgm:pt>
    <dgm:pt modelId="{13BAB7EB-0376-4108-8518-BD29085C7B67}" type="pres">
      <dgm:prSet presAssocID="{561050BE-688A-4604-9092-DD1F4226A6D3}" presName="thickLine" presStyleLbl="alignNode1" presStyleIdx="2" presStyleCnt="4"/>
      <dgm:spPr/>
    </dgm:pt>
    <dgm:pt modelId="{F2887C98-31C3-4315-B293-50B393B92582}" type="pres">
      <dgm:prSet presAssocID="{561050BE-688A-4604-9092-DD1F4226A6D3}" presName="horz1" presStyleCnt="0"/>
      <dgm:spPr/>
    </dgm:pt>
    <dgm:pt modelId="{AE080746-8A44-48D7-992F-4EEB3A0A4BF2}" type="pres">
      <dgm:prSet presAssocID="{561050BE-688A-4604-9092-DD1F4226A6D3}" presName="tx1" presStyleLbl="revTx" presStyleIdx="2" presStyleCnt="4"/>
      <dgm:spPr/>
    </dgm:pt>
    <dgm:pt modelId="{7AECFE4D-699E-46CD-BFBE-E51F0DDDC9F6}" type="pres">
      <dgm:prSet presAssocID="{561050BE-688A-4604-9092-DD1F4226A6D3}" presName="vert1" presStyleCnt="0"/>
      <dgm:spPr/>
    </dgm:pt>
    <dgm:pt modelId="{1CC4848E-6713-40BC-8915-14403BAF7C55}" type="pres">
      <dgm:prSet presAssocID="{DE44B514-7333-473B-8967-8F02B0A1783C}" presName="thickLine" presStyleLbl="alignNode1" presStyleIdx="3" presStyleCnt="4"/>
      <dgm:spPr/>
    </dgm:pt>
    <dgm:pt modelId="{642F8A48-4923-4CE5-9FA8-2413350F3C57}" type="pres">
      <dgm:prSet presAssocID="{DE44B514-7333-473B-8967-8F02B0A1783C}" presName="horz1" presStyleCnt="0"/>
      <dgm:spPr/>
    </dgm:pt>
    <dgm:pt modelId="{F0246A81-80EC-4129-91F3-CB7CA3F194E7}" type="pres">
      <dgm:prSet presAssocID="{DE44B514-7333-473B-8967-8F02B0A1783C}" presName="tx1" presStyleLbl="revTx" presStyleIdx="3" presStyleCnt="4"/>
      <dgm:spPr/>
    </dgm:pt>
    <dgm:pt modelId="{3C20AACF-B7DE-4B24-BE80-30A0F07D5B75}" type="pres">
      <dgm:prSet presAssocID="{DE44B514-7333-473B-8967-8F02B0A1783C}" presName="vert1" presStyleCnt="0"/>
      <dgm:spPr/>
    </dgm:pt>
  </dgm:ptLst>
  <dgm:cxnLst>
    <dgm:cxn modelId="{9FCC1A08-CBE9-4A92-A6E8-3D61B52F6589}" srcId="{CDF83439-927F-4FD6-BBE3-E24ADA6043CA}" destId="{561050BE-688A-4604-9092-DD1F4226A6D3}" srcOrd="2" destOrd="0" parTransId="{617871FA-AF24-4FF1-8763-11078B183C08}" sibTransId="{C5DB4A7D-33E0-4648-B258-B4CBD199A007}"/>
    <dgm:cxn modelId="{172B6B11-CA61-4301-96BF-BCFC3F8357AC}" type="presOf" srcId="{CDF83439-927F-4FD6-BBE3-E24ADA6043CA}" destId="{BCC47D7A-9D62-4E59-BF92-11B80AFBC74E}" srcOrd="0" destOrd="0" presId="urn:microsoft.com/office/officeart/2008/layout/LinedList"/>
    <dgm:cxn modelId="{69D1021C-3EFD-4338-9578-8819B441B6D1}" srcId="{CDF83439-927F-4FD6-BBE3-E24ADA6043CA}" destId="{B9837DC8-EF2C-4AC5-AA5E-469FDF2AE93E}" srcOrd="0" destOrd="0" parTransId="{60186570-0E4C-4103-AF53-A4A74A3DA124}" sibTransId="{E293E4FA-1B70-44D3-BBE8-42F64ED33E16}"/>
    <dgm:cxn modelId="{EE6DCF73-771D-4806-90BE-E55449C1C593}" type="presOf" srcId="{5042DDB5-88BC-4E2B-B343-CB44C44380B7}" destId="{90FF4000-B55C-4AF1-8AEF-40332C499681}" srcOrd="0" destOrd="0" presId="urn:microsoft.com/office/officeart/2008/layout/LinedList"/>
    <dgm:cxn modelId="{6F0C377E-634D-4E1E-AE0B-B653AB7158A7}" type="presOf" srcId="{DE44B514-7333-473B-8967-8F02B0A1783C}" destId="{F0246A81-80EC-4129-91F3-CB7CA3F194E7}" srcOrd="0" destOrd="0" presId="urn:microsoft.com/office/officeart/2008/layout/LinedList"/>
    <dgm:cxn modelId="{755CD28B-7594-4545-938B-9348FD04BF61}" type="presOf" srcId="{561050BE-688A-4604-9092-DD1F4226A6D3}" destId="{AE080746-8A44-48D7-992F-4EEB3A0A4BF2}" srcOrd="0" destOrd="0" presId="urn:microsoft.com/office/officeart/2008/layout/LinedList"/>
    <dgm:cxn modelId="{950E86C7-01A0-4EC7-AA9A-88CC4FDBAF2A}" srcId="{CDF83439-927F-4FD6-BBE3-E24ADA6043CA}" destId="{DE44B514-7333-473B-8967-8F02B0A1783C}" srcOrd="3" destOrd="0" parTransId="{B6A400A8-4359-4DD2-B35D-67C6B136A848}" sibTransId="{4C893136-7978-4740-BEFE-FA246AB13DD5}"/>
    <dgm:cxn modelId="{6E375CE0-ECD0-4F16-9BF5-97A7061077F1}" srcId="{CDF83439-927F-4FD6-BBE3-E24ADA6043CA}" destId="{5042DDB5-88BC-4E2B-B343-CB44C44380B7}" srcOrd="1" destOrd="0" parTransId="{AAE68F89-B037-406D-A06D-2D922B0BEC38}" sibTransId="{2A2DFE62-A6D2-4950-80DF-0227843B18A8}"/>
    <dgm:cxn modelId="{384A06E7-E02D-427D-B463-CA8C45FA43EC}" type="presOf" srcId="{B9837DC8-EF2C-4AC5-AA5E-469FDF2AE93E}" destId="{7B2AF427-FBDE-49B3-B4FE-7C0C5CA7BC1A}" srcOrd="0" destOrd="0" presId="urn:microsoft.com/office/officeart/2008/layout/LinedList"/>
    <dgm:cxn modelId="{B4F1C8DE-580A-4F7B-8173-32D1FCBB9AA2}" type="presParOf" srcId="{BCC47D7A-9D62-4E59-BF92-11B80AFBC74E}" destId="{858297CC-5C97-4FE6-854F-D2A5E899A229}" srcOrd="0" destOrd="0" presId="urn:microsoft.com/office/officeart/2008/layout/LinedList"/>
    <dgm:cxn modelId="{F0A84003-372D-4DBB-AD96-8278A5D0530C}" type="presParOf" srcId="{BCC47D7A-9D62-4E59-BF92-11B80AFBC74E}" destId="{1CB99ABE-72D8-4937-805D-45BE94C0EF63}" srcOrd="1" destOrd="0" presId="urn:microsoft.com/office/officeart/2008/layout/LinedList"/>
    <dgm:cxn modelId="{CF41640B-5F84-4E1C-BB38-DEFA579D74F6}" type="presParOf" srcId="{1CB99ABE-72D8-4937-805D-45BE94C0EF63}" destId="{7B2AF427-FBDE-49B3-B4FE-7C0C5CA7BC1A}" srcOrd="0" destOrd="0" presId="urn:microsoft.com/office/officeart/2008/layout/LinedList"/>
    <dgm:cxn modelId="{1162145C-9F53-4D95-9F1E-75ECE9DB0FD6}" type="presParOf" srcId="{1CB99ABE-72D8-4937-805D-45BE94C0EF63}" destId="{31AA9018-FF59-47B5-9946-B1651574AF3A}" srcOrd="1" destOrd="0" presId="urn:microsoft.com/office/officeart/2008/layout/LinedList"/>
    <dgm:cxn modelId="{BEDB83C7-B88E-4156-BB85-D8707A92AF65}" type="presParOf" srcId="{BCC47D7A-9D62-4E59-BF92-11B80AFBC74E}" destId="{CDBBAB6A-4160-41C1-A370-2EABCC611F5A}" srcOrd="2" destOrd="0" presId="urn:microsoft.com/office/officeart/2008/layout/LinedList"/>
    <dgm:cxn modelId="{7FE2F337-CC0F-4C32-A26C-CBB9C1EC2273}" type="presParOf" srcId="{BCC47D7A-9D62-4E59-BF92-11B80AFBC74E}" destId="{9BA7D0B6-4FD3-415A-8F2B-1C6E2634152A}" srcOrd="3" destOrd="0" presId="urn:microsoft.com/office/officeart/2008/layout/LinedList"/>
    <dgm:cxn modelId="{8EC9D579-3488-44A6-804A-716A428A1147}" type="presParOf" srcId="{9BA7D0B6-4FD3-415A-8F2B-1C6E2634152A}" destId="{90FF4000-B55C-4AF1-8AEF-40332C499681}" srcOrd="0" destOrd="0" presId="urn:microsoft.com/office/officeart/2008/layout/LinedList"/>
    <dgm:cxn modelId="{60CE651C-0F98-4FAD-94A7-724F38A20BFF}" type="presParOf" srcId="{9BA7D0B6-4FD3-415A-8F2B-1C6E2634152A}" destId="{762A7488-79EB-4185-A08A-80DB82F45C71}" srcOrd="1" destOrd="0" presId="urn:microsoft.com/office/officeart/2008/layout/LinedList"/>
    <dgm:cxn modelId="{73FEBDC3-E411-4277-A3A5-F4D8E05A9905}" type="presParOf" srcId="{BCC47D7A-9D62-4E59-BF92-11B80AFBC74E}" destId="{13BAB7EB-0376-4108-8518-BD29085C7B67}" srcOrd="4" destOrd="0" presId="urn:microsoft.com/office/officeart/2008/layout/LinedList"/>
    <dgm:cxn modelId="{68085048-38C0-40F6-9C95-725D3B625C1E}" type="presParOf" srcId="{BCC47D7A-9D62-4E59-BF92-11B80AFBC74E}" destId="{F2887C98-31C3-4315-B293-50B393B92582}" srcOrd="5" destOrd="0" presId="urn:microsoft.com/office/officeart/2008/layout/LinedList"/>
    <dgm:cxn modelId="{64C27D30-D086-4304-968D-06F53FD296FC}" type="presParOf" srcId="{F2887C98-31C3-4315-B293-50B393B92582}" destId="{AE080746-8A44-48D7-992F-4EEB3A0A4BF2}" srcOrd="0" destOrd="0" presId="urn:microsoft.com/office/officeart/2008/layout/LinedList"/>
    <dgm:cxn modelId="{C64E6115-89D8-4222-B86C-358101B6026A}" type="presParOf" srcId="{F2887C98-31C3-4315-B293-50B393B92582}" destId="{7AECFE4D-699E-46CD-BFBE-E51F0DDDC9F6}" srcOrd="1" destOrd="0" presId="urn:microsoft.com/office/officeart/2008/layout/LinedList"/>
    <dgm:cxn modelId="{C2516317-36C5-4060-AFFB-8B58FD677BB7}" type="presParOf" srcId="{BCC47D7A-9D62-4E59-BF92-11B80AFBC74E}" destId="{1CC4848E-6713-40BC-8915-14403BAF7C55}" srcOrd="6" destOrd="0" presId="urn:microsoft.com/office/officeart/2008/layout/LinedList"/>
    <dgm:cxn modelId="{6F71BB52-B9F2-447A-84D7-24253A1E6036}" type="presParOf" srcId="{BCC47D7A-9D62-4E59-BF92-11B80AFBC74E}" destId="{642F8A48-4923-4CE5-9FA8-2413350F3C57}" srcOrd="7" destOrd="0" presId="urn:microsoft.com/office/officeart/2008/layout/LinedList"/>
    <dgm:cxn modelId="{C40A2A7C-2553-423A-900D-E0A3AFC9753D}" type="presParOf" srcId="{642F8A48-4923-4CE5-9FA8-2413350F3C57}" destId="{F0246A81-80EC-4129-91F3-CB7CA3F194E7}" srcOrd="0" destOrd="0" presId="urn:microsoft.com/office/officeart/2008/layout/LinedList"/>
    <dgm:cxn modelId="{27C3FEEE-D387-41F0-93DB-AA6940B73242}" type="presParOf" srcId="{642F8A48-4923-4CE5-9FA8-2413350F3C57}" destId="{3C20AACF-B7DE-4B24-BE80-30A0F07D5B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E443801-1358-4061-BB38-BD781549EA6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781B25-BFD0-42CB-8DBB-01B4809DB65E}">
      <dgm:prSet/>
      <dgm:spPr/>
      <dgm:t>
        <a:bodyPr/>
        <a:lstStyle/>
        <a:p>
          <a:r>
            <a:rPr lang="en-US"/>
            <a:t>Advantages</a:t>
          </a:r>
        </a:p>
      </dgm:t>
    </dgm:pt>
    <dgm:pt modelId="{B6714D45-9CA4-4BB2-8B5D-776E7964ECE9}" type="parTrans" cxnId="{520C0A5D-F74F-4261-A6E7-E3678134324A}">
      <dgm:prSet/>
      <dgm:spPr/>
      <dgm:t>
        <a:bodyPr/>
        <a:lstStyle/>
        <a:p>
          <a:endParaRPr lang="en-US"/>
        </a:p>
      </dgm:t>
    </dgm:pt>
    <dgm:pt modelId="{C74E3DC0-2E01-4FA9-924F-53D15A3B2FD5}" type="sibTrans" cxnId="{520C0A5D-F74F-4261-A6E7-E3678134324A}">
      <dgm:prSet/>
      <dgm:spPr/>
      <dgm:t>
        <a:bodyPr/>
        <a:lstStyle/>
        <a:p>
          <a:endParaRPr lang="en-US"/>
        </a:p>
      </dgm:t>
    </dgm:pt>
    <dgm:pt modelId="{E1AFE8ED-EE83-467D-8603-6A0D1D00157C}">
      <dgm:prSet/>
      <dgm:spPr/>
      <dgm:t>
        <a:bodyPr/>
        <a:lstStyle/>
        <a:p>
          <a:r>
            <a:rPr lang="en-US"/>
            <a:t>Enterprise-grade security</a:t>
          </a:r>
        </a:p>
      </dgm:t>
    </dgm:pt>
    <dgm:pt modelId="{94CE51A1-C985-44C5-980F-77EB833461F8}" type="parTrans" cxnId="{60845C4B-398E-4BD2-9C6D-4ABE420FB879}">
      <dgm:prSet/>
      <dgm:spPr/>
      <dgm:t>
        <a:bodyPr/>
        <a:lstStyle/>
        <a:p>
          <a:endParaRPr lang="en-US"/>
        </a:p>
      </dgm:t>
    </dgm:pt>
    <dgm:pt modelId="{CDD369CB-B757-4A96-A3EA-52364D383E6E}" type="sibTrans" cxnId="{60845C4B-398E-4BD2-9C6D-4ABE420FB879}">
      <dgm:prSet/>
      <dgm:spPr/>
      <dgm:t>
        <a:bodyPr/>
        <a:lstStyle/>
        <a:p>
          <a:endParaRPr lang="en-US"/>
        </a:p>
      </dgm:t>
    </dgm:pt>
    <dgm:pt modelId="{D58A691A-5CC4-4AC7-AB6E-1C299D7B85AB}">
      <dgm:prSet/>
      <dgm:spPr/>
      <dgm:t>
        <a:bodyPr/>
        <a:lstStyle/>
        <a:p>
          <a:r>
            <a:rPr lang="en-US"/>
            <a:t>ACID compliance</a:t>
          </a:r>
        </a:p>
      </dgm:t>
    </dgm:pt>
    <dgm:pt modelId="{908D6634-D225-4447-853D-FEF0C6871C21}" type="parTrans" cxnId="{5889BE30-CA06-4551-B0F3-E70719286B12}">
      <dgm:prSet/>
      <dgm:spPr/>
      <dgm:t>
        <a:bodyPr/>
        <a:lstStyle/>
        <a:p>
          <a:endParaRPr lang="en-US"/>
        </a:p>
      </dgm:t>
    </dgm:pt>
    <dgm:pt modelId="{BD673C2F-BE49-4EED-B7C6-B4B0ED66231D}" type="sibTrans" cxnId="{5889BE30-CA06-4551-B0F3-E70719286B12}">
      <dgm:prSet/>
      <dgm:spPr/>
      <dgm:t>
        <a:bodyPr/>
        <a:lstStyle/>
        <a:p>
          <a:endParaRPr lang="en-US"/>
        </a:p>
      </dgm:t>
    </dgm:pt>
    <dgm:pt modelId="{FE2A6BC9-3910-4E28-AE61-FF72E4838853}">
      <dgm:prSet/>
      <dgm:spPr/>
      <dgm:t>
        <a:bodyPr/>
        <a:lstStyle/>
        <a:p>
          <a:r>
            <a:rPr lang="en-US"/>
            <a:t>Formal contracts (WSDL)</a:t>
          </a:r>
        </a:p>
      </dgm:t>
    </dgm:pt>
    <dgm:pt modelId="{CF9DE8C8-D989-4FA3-89FA-1DC225C329BF}" type="parTrans" cxnId="{A65689E2-D1FE-4E74-B96E-E2AA78A98AD4}">
      <dgm:prSet/>
      <dgm:spPr/>
      <dgm:t>
        <a:bodyPr/>
        <a:lstStyle/>
        <a:p>
          <a:endParaRPr lang="en-US"/>
        </a:p>
      </dgm:t>
    </dgm:pt>
    <dgm:pt modelId="{7B34DB8C-2980-4D71-9CBA-54563A0409B1}" type="sibTrans" cxnId="{A65689E2-D1FE-4E74-B96E-E2AA78A98AD4}">
      <dgm:prSet/>
      <dgm:spPr/>
      <dgm:t>
        <a:bodyPr/>
        <a:lstStyle/>
        <a:p>
          <a:endParaRPr lang="en-US"/>
        </a:p>
      </dgm:t>
    </dgm:pt>
    <dgm:pt modelId="{EC76A324-4258-442F-B753-C32FB4E1B03B}">
      <dgm:prSet/>
      <dgm:spPr/>
      <dgm:t>
        <a:bodyPr/>
        <a:lstStyle/>
        <a:p>
          <a:r>
            <a:rPr lang="en-US"/>
            <a:t>Better error handling</a:t>
          </a:r>
        </a:p>
      </dgm:t>
    </dgm:pt>
    <dgm:pt modelId="{F8E21462-AC73-45D2-875D-A355EF55B0E9}" type="parTrans" cxnId="{73A888BE-6097-4BC7-B5AF-EC20421817F4}">
      <dgm:prSet/>
      <dgm:spPr/>
      <dgm:t>
        <a:bodyPr/>
        <a:lstStyle/>
        <a:p>
          <a:endParaRPr lang="en-US"/>
        </a:p>
      </dgm:t>
    </dgm:pt>
    <dgm:pt modelId="{ED06CDE6-2214-4747-BF8E-0621B6F5CA79}" type="sibTrans" cxnId="{73A888BE-6097-4BC7-B5AF-EC20421817F4}">
      <dgm:prSet/>
      <dgm:spPr/>
      <dgm:t>
        <a:bodyPr/>
        <a:lstStyle/>
        <a:p>
          <a:endParaRPr lang="en-US"/>
        </a:p>
      </dgm:t>
    </dgm:pt>
    <dgm:pt modelId="{DF10B6AF-7F30-465F-AFB9-DC519005F34F}">
      <dgm:prSet/>
      <dgm:spPr/>
      <dgm:t>
        <a:bodyPr/>
        <a:lstStyle/>
        <a:p>
          <a:r>
            <a:rPr lang="en-US" dirty="0"/>
            <a:t>Challenges</a:t>
          </a:r>
        </a:p>
      </dgm:t>
    </dgm:pt>
    <dgm:pt modelId="{9AF7930D-9195-4B98-80B5-81049D824802}" type="parTrans" cxnId="{F5E86265-8090-4B07-9E2A-04DF55E30221}">
      <dgm:prSet/>
      <dgm:spPr/>
      <dgm:t>
        <a:bodyPr/>
        <a:lstStyle/>
        <a:p>
          <a:endParaRPr lang="en-US"/>
        </a:p>
      </dgm:t>
    </dgm:pt>
    <dgm:pt modelId="{5C5F1AD1-AD16-42F6-B62D-A66D7C27ECE4}" type="sibTrans" cxnId="{F5E86265-8090-4B07-9E2A-04DF55E30221}">
      <dgm:prSet/>
      <dgm:spPr/>
      <dgm:t>
        <a:bodyPr/>
        <a:lstStyle/>
        <a:p>
          <a:endParaRPr lang="en-US"/>
        </a:p>
      </dgm:t>
    </dgm:pt>
    <dgm:pt modelId="{D1180750-8361-4D91-8D82-CD46BBF6B0A7}">
      <dgm:prSet/>
      <dgm:spPr/>
      <dgm:t>
        <a:bodyPr/>
        <a:lstStyle/>
        <a:p>
          <a:r>
            <a:rPr lang="en-US"/>
            <a:t>Complex and verbose</a:t>
          </a:r>
        </a:p>
      </dgm:t>
    </dgm:pt>
    <dgm:pt modelId="{15E51D30-5307-4ED1-B57B-9083E67CD160}" type="parTrans" cxnId="{6FA9C2DF-FFCE-449A-8275-DA21443739BA}">
      <dgm:prSet/>
      <dgm:spPr/>
      <dgm:t>
        <a:bodyPr/>
        <a:lstStyle/>
        <a:p>
          <a:endParaRPr lang="en-US"/>
        </a:p>
      </dgm:t>
    </dgm:pt>
    <dgm:pt modelId="{7F2BECC5-CC4F-4094-89AE-86DD802C42E2}" type="sibTrans" cxnId="{6FA9C2DF-FFCE-449A-8275-DA21443739BA}">
      <dgm:prSet/>
      <dgm:spPr/>
      <dgm:t>
        <a:bodyPr/>
        <a:lstStyle/>
        <a:p>
          <a:endParaRPr lang="en-US"/>
        </a:p>
      </dgm:t>
    </dgm:pt>
    <dgm:pt modelId="{607C148E-7693-4987-ABCA-586599B439FF}">
      <dgm:prSet/>
      <dgm:spPr/>
      <dgm:t>
        <a:bodyPr/>
        <a:lstStyle/>
        <a:p>
          <a:r>
            <a:rPr lang="en-US"/>
            <a:t>Heavy XML processing</a:t>
          </a:r>
        </a:p>
      </dgm:t>
    </dgm:pt>
    <dgm:pt modelId="{4269648F-86C0-4205-811C-CD9846BCEFA9}" type="parTrans" cxnId="{41F7BDAD-8F29-4216-AFE9-7BCB239E922D}">
      <dgm:prSet/>
      <dgm:spPr/>
      <dgm:t>
        <a:bodyPr/>
        <a:lstStyle/>
        <a:p>
          <a:endParaRPr lang="en-US"/>
        </a:p>
      </dgm:t>
    </dgm:pt>
    <dgm:pt modelId="{F02572D1-A64E-4502-AF5D-89E42D8E5723}" type="sibTrans" cxnId="{41F7BDAD-8F29-4216-AFE9-7BCB239E922D}">
      <dgm:prSet/>
      <dgm:spPr/>
      <dgm:t>
        <a:bodyPr/>
        <a:lstStyle/>
        <a:p>
          <a:endParaRPr lang="en-US"/>
        </a:p>
      </dgm:t>
    </dgm:pt>
    <dgm:pt modelId="{935904B9-8E8B-4C68-834D-C272B42711CF}">
      <dgm:prSet/>
      <dgm:spPr/>
      <dgm:t>
        <a:bodyPr/>
        <a:lstStyle/>
        <a:p>
          <a:r>
            <a:rPr lang="en-US"/>
            <a:t>Steep learning curve</a:t>
          </a:r>
        </a:p>
      </dgm:t>
    </dgm:pt>
    <dgm:pt modelId="{9B2CC904-0133-417A-9F41-7DFC4ED79ACD}" type="parTrans" cxnId="{5262FD95-44C5-4EF5-BA0A-388782E39EBF}">
      <dgm:prSet/>
      <dgm:spPr/>
      <dgm:t>
        <a:bodyPr/>
        <a:lstStyle/>
        <a:p>
          <a:endParaRPr lang="en-US"/>
        </a:p>
      </dgm:t>
    </dgm:pt>
    <dgm:pt modelId="{42ADFB79-95E0-4599-87D6-4C450DC05B38}" type="sibTrans" cxnId="{5262FD95-44C5-4EF5-BA0A-388782E39EBF}">
      <dgm:prSet/>
      <dgm:spPr/>
      <dgm:t>
        <a:bodyPr/>
        <a:lstStyle/>
        <a:p>
          <a:endParaRPr lang="en-US"/>
        </a:p>
      </dgm:t>
    </dgm:pt>
    <dgm:pt modelId="{BE802776-F2B2-463C-9DA7-2108CAD63FC3}">
      <dgm:prSet/>
      <dgm:spPr/>
      <dgm:t>
        <a:bodyPr/>
        <a:lstStyle/>
        <a:p>
          <a:r>
            <a:rPr lang="en-US"/>
            <a:t>Slower performance</a:t>
          </a:r>
        </a:p>
      </dgm:t>
    </dgm:pt>
    <dgm:pt modelId="{4FB16476-CE69-40E7-90DE-E0133BF6BD9F}" type="parTrans" cxnId="{D7B9E8F7-F1F8-4A6C-A86C-2B050099F5A4}">
      <dgm:prSet/>
      <dgm:spPr/>
      <dgm:t>
        <a:bodyPr/>
        <a:lstStyle/>
        <a:p>
          <a:endParaRPr lang="en-US"/>
        </a:p>
      </dgm:t>
    </dgm:pt>
    <dgm:pt modelId="{6AED0149-A496-45D3-B002-13179079FF40}" type="sibTrans" cxnId="{D7B9E8F7-F1F8-4A6C-A86C-2B050099F5A4}">
      <dgm:prSet/>
      <dgm:spPr/>
      <dgm:t>
        <a:bodyPr/>
        <a:lstStyle/>
        <a:p>
          <a:endParaRPr lang="en-US"/>
        </a:p>
      </dgm:t>
    </dgm:pt>
    <dgm:pt modelId="{71C572F9-F1D6-4165-8E63-C77C9F32562E}" type="pres">
      <dgm:prSet presAssocID="{7E443801-1358-4061-BB38-BD781549EA64}" presName="linear" presStyleCnt="0">
        <dgm:presLayoutVars>
          <dgm:dir/>
          <dgm:animLvl val="lvl"/>
          <dgm:resizeHandles val="exact"/>
        </dgm:presLayoutVars>
      </dgm:prSet>
      <dgm:spPr/>
    </dgm:pt>
    <dgm:pt modelId="{223F3566-226C-480B-8493-AF47080C6457}" type="pres">
      <dgm:prSet presAssocID="{44781B25-BFD0-42CB-8DBB-01B4809DB65E}" presName="parentLin" presStyleCnt="0"/>
      <dgm:spPr/>
    </dgm:pt>
    <dgm:pt modelId="{17FFA95B-90E9-4C0E-9C7F-C041C79448BF}" type="pres">
      <dgm:prSet presAssocID="{44781B25-BFD0-42CB-8DBB-01B4809DB65E}" presName="parentLeftMargin" presStyleLbl="node1" presStyleIdx="0" presStyleCnt="2"/>
      <dgm:spPr/>
    </dgm:pt>
    <dgm:pt modelId="{C73318B1-82D0-4B9E-B034-5CA3C1F55858}" type="pres">
      <dgm:prSet presAssocID="{44781B25-BFD0-42CB-8DBB-01B4809DB65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EB5991B-4EE0-4F83-B3D5-CF3E6024A0A8}" type="pres">
      <dgm:prSet presAssocID="{44781B25-BFD0-42CB-8DBB-01B4809DB65E}" presName="negativeSpace" presStyleCnt="0"/>
      <dgm:spPr/>
    </dgm:pt>
    <dgm:pt modelId="{3B52493B-F92A-4F85-80E0-FC63E66EA802}" type="pres">
      <dgm:prSet presAssocID="{44781B25-BFD0-42CB-8DBB-01B4809DB65E}" presName="childText" presStyleLbl="conFgAcc1" presStyleIdx="0" presStyleCnt="2">
        <dgm:presLayoutVars>
          <dgm:bulletEnabled val="1"/>
        </dgm:presLayoutVars>
      </dgm:prSet>
      <dgm:spPr/>
    </dgm:pt>
    <dgm:pt modelId="{53F45D3B-399B-4053-9D79-609EC67FC4BB}" type="pres">
      <dgm:prSet presAssocID="{C74E3DC0-2E01-4FA9-924F-53D15A3B2FD5}" presName="spaceBetweenRectangles" presStyleCnt="0"/>
      <dgm:spPr/>
    </dgm:pt>
    <dgm:pt modelId="{1E85046B-8C63-4E5C-8816-885BB686D679}" type="pres">
      <dgm:prSet presAssocID="{DF10B6AF-7F30-465F-AFB9-DC519005F34F}" presName="parentLin" presStyleCnt="0"/>
      <dgm:spPr/>
    </dgm:pt>
    <dgm:pt modelId="{96659C2A-2839-4658-958D-D3B4590AC2DE}" type="pres">
      <dgm:prSet presAssocID="{DF10B6AF-7F30-465F-AFB9-DC519005F34F}" presName="parentLeftMargin" presStyleLbl="node1" presStyleIdx="0" presStyleCnt="2"/>
      <dgm:spPr/>
    </dgm:pt>
    <dgm:pt modelId="{0E7335CD-A69E-4245-8246-5BE1C3885C4B}" type="pres">
      <dgm:prSet presAssocID="{DF10B6AF-7F30-465F-AFB9-DC519005F34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EDB77A1-F391-4778-A08A-0E60D13C0E39}" type="pres">
      <dgm:prSet presAssocID="{DF10B6AF-7F30-465F-AFB9-DC519005F34F}" presName="negativeSpace" presStyleCnt="0"/>
      <dgm:spPr/>
    </dgm:pt>
    <dgm:pt modelId="{69628CFA-D6A9-4071-A64F-AD89E0295E54}" type="pres">
      <dgm:prSet presAssocID="{DF10B6AF-7F30-465F-AFB9-DC519005F34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E87F610-2472-488A-BF95-8D69D2BAA1E3}" type="presOf" srcId="{7E443801-1358-4061-BB38-BD781549EA64}" destId="{71C572F9-F1D6-4165-8E63-C77C9F32562E}" srcOrd="0" destOrd="0" presId="urn:microsoft.com/office/officeart/2005/8/layout/list1"/>
    <dgm:cxn modelId="{DF0F2725-C10B-4A4A-8E4C-86468EE7A7A1}" type="presOf" srcId="{607C148E-7693-4987-ABCA-586599B439FF}" destId="{69628CFA-D6A9-4071-A64F-AD89E0295E54}" srcOrd="0" destOrd="1" presId="urn:microsoft.com/office/officeart/2005/8/layout/list1"/>
    <dgm:cxn modelId="{5FDA1E2E-D73F-451F-A1E5-715497D8FC57}" type="presOf" srcId="{935904B9-8E8B-4C68-834D-C272B42711CF}" destId="{69628CFA-D6A9-4071-A64F-AD89E0295E54}" srcOrd="0" destOrd="2" presId="urn:microsoft.com/office/officeart/2005/8/layout/list1"/>
    <dgm:cxn modelId="{5889BE30-CA06-4551-B0F3-E70719286B12}" srcId="{44781B25-BFD0-42CB-8DBB-01B4809DB65E}" destId="{D58A691A-5CC4-4AC7-AB6E-1C299D7B85AB}" srcOrd="1" destOrd="0" parTransId="{908D6634-D225-4447-853D-FEF0C6871C21}" sibTransId="{BD673C2F-BE49-4EED-B7C6-B4B0ED66231D}"/>
    <dgm:cxn modelId="{3CB9C13C-8BED-476F-AF66-626BCDFD547D}" type="presOf" srcId="{DF10B6AF-7F30-465F-AFB9-DC519005F34F}" destId="{96659C2A-2839-4658-958D-D3B4590AC2DE}" srcOrd="0" destOrd="0" presId="urn:microsoft.com/office/officeart/2005/8/layout/list1"/>
    <dgm:cxn modelId="{8FBAD25C-0B03-44B0-B192-1D1481F690F0}" type="presOf" srcId="{44781B25-BFD0-42CB-8DBB-01B4809DB65E}" destId="{C73318B1-82D0-4B9E-B034-5CA3C1F55858}" srcOrd="1" destOrd="0" presId="urn:microsoft.com/office/officeart/2005/8/layout/list1"/>
    <dgm:cxn modelId="{520C0A5D-F74F-4261-A6E7-E3678134324A}" srcId="{7E443801-1358-4061-BB38-BD781549EA64}" destId="{44781B25-BFD0-42CB-8DBB-01B4809DB65E}" srcOrd="0" destOrd="0" parTransId="{B6714D45-9CA4-4BB2-8B5D-776E7964ECE9}" sibTransId="{C74E3DC0-2E01-4FA9-924F-53D15A3B2FD5}"/>
    <dgm:cxn modelId="{4200EA64-A60A-4596-B48D-16573B08083A}" type="presOf" srcId="{DF10B6AF-7F30-465F-AFB9-DC519005F34F}" destId="{0E7335CD-A69E-4245-8246-5BE1C3885C4B}" srcOrd="1" destOrd="0" presId="urn:microsoft.com/office/officeart/2005/8/layout/list1"/>
    <dgm:cxn modelId="{F5E86265-8090-4B07-9E2A-04DF55E30221}" srcId="{7E443801-1358-4061-BB38-BD781549EA64}" destId="{DF10B6AF-7F30-465F-AFB9-DC519005F34F}" srcOrd="1" destOrd="0" parTransId="{9AF7930D-9195-4B98-80B5-81049D824802}" sibTransId="{5C5F1AD1-AD16-42F6-B62D-A66D7C27ECE4}"/>
    <dgm:cxn modelId="{AB58D845-8958-4C99-9C42-D5B68A4D5002}" type="presOf" srcId="{EC76A324-4258-442F-B753-C32FB4E1B03B}" destId="{3B52493B-F92A-4F85-80E0-FC63E66EA802}" srcOrd="0" destOrd="3" presId="urn:microsoft.com/office/officeart/2005/8/layout/list1"/>
    <dgm:cxn modelId="{C662F047-B395-485F-8BFF-B112EFFB83E0}" type="presOf" srcId="{44781B25-BFD0-42CB-8DBB-01B4809DB65E}" destId="{17FFA95B-90E9-4C0E-9C7F-C041C79448BF}" srcOrd="0" destOrd="0" presId="urn:microsoft.com/office/officeart/2005/8/layout/list1"/>
    <dgm:cxn modelId="{60845C4B-398E-4BD2-9C6D-4ABE420FB879}" srcId="{44781B25-BFD0-42CB-8DBB-01B4809DB65E}" destId="{E1AFE8ED-EE83-467D-8603-6A0D1D00157C}" srcOrd="0" destOrd="0" parTransId="{94CE51A1-C985-44C5-980F-77EB833461F8}" sibTransId="{CDD369CB-B757-4A96-A3EA-52364D383E6E}"/>
    <dgm:cxn modelId="{2DBCB750-F26E-452F-B97C-9B0A7118389B}" type="presOf" srcId="{E1AFE8ED-EE83-467D-8603-6A0D1D00157C}" destId="{3B52493B-F92A-4F85-80E0-FC63E66EA802}" srcOrd="0" destOrd="0" presId="urn:microsoft.com/office/officeart/2005/8/layout/list1"/>
    <dgm:cxn modelId="{5262FD95-44C5-4EF5-BA0A-388782E39EBF}" srcId="{DF10B6AF-7F30-465F-AFB9-DC519005F34F}" destId="{935904B9-8E8B-4C68-834D-C272B42711CF}" srcOrd="2" destOrd="0" parTransId="{9B2CC904-0133-417A-9F41-7DFC4ED79ACD}" sibTransId="{42ADFB79-95E0-4599-87D6-4C450DC05B38}"/>
    <dgm:cxn modelId="{41F7BDAD-8F29-4216-AFE9-7BCB239E922D}" srcId="{DF10B6AF-7F30-465F-AFB9-DC519005F34F}" destId="{607C148E-7693-4987-ABCA-586599B439FF}" srcOrd="1" destOrd="0" parTransId="{4269648F-86C0-4205-811C-CD9846BCEFA9}" sibTransId="{F02572D1-A64E-4502-AF5D-89E42D8E5723}"/>
    <dgm:cxn modelId="{45C994B3-BC65-4B5C-B36E-8916838793E5}" type="presOf" srcId="{D58A691A-5CC4-4AC7-AB6E-1C299D7B85AB}" destId="{3B52493B-F92A-4F85-80E0-FC63E66EA802}" srcOrd="0" destOrd="1" presId="urn:microsoft.com/office/officeart/2005/8/layout/list1"/>
    <dgm:cxn modelId="{73A888BE-6097-4BC7-B5AF-EC20421817F4}" srcId="{44781B25-BFD0-42CB-8DBB-01B4809DB65E}" destId="{EC76A324-4258-442F-B753-C32FB4E1B03B}" srcOrd="3" destOrd="0" parTransId="{F8E21462-AC73-45D2-875D-A355EF55B0E9}" sibTransId="{ED06CDE6-2214-4747-BF8E-0621B6F5CA79}"/>
    <dgm:cxn modelId="{F021C5DC-3273-4CAD-90EB-E7A1CA4DC35D}" type="presOf" srcId="{BE802776-F2B2-463C-9DA7-2108CAD63FC3}" destId="{69628CFA-D6A9-4071-A64F-AD89E0295E54}" srcOrd="0" destOrd="3" presId="urn:microsoft.com/office/officeart/2005/8/layout/list1"/>
    <dgm:cxn modelId="{6FA9C2DF-FFCE-449A-8275-DA21443739BA}" srcId="{DF10B6AF-7F30-465F-AFB9-DC519005F34F}" destId="{D1180750-8361-4D91-8D82-CD46BBF6B0A7}" srcOrd="0" destOrd="0" parTransId="{15E51D30-5307-4ED1-B57B-9083E67CD160}" sibTransId="{7F2BECC5-CC4F-4094-89AE-86DD802C42E2}"/>
    <dgm:cxn modelId="{A65689E2-D1FE-4E74-B96E-E2AA78A98AD4}" srcId="{44781B25-BFD0-42CB-8DBB-01B4809DB65E}" destId="{FE2A6BC9-3910-4E28-AE61-FF72E4838853}" srcOrd="2" destOrd="0" parTransId="{CF9DE8C8-D989-4FA3-89FA-1DC225C329BF}" sibTransId="{7B34DB8C-2980-4D71-9CBA-54563A0409B1}"/>
    <dgm:cxn modelId="{4B5E15ED-1A4F-4F5D-A92D-E31303EAE87C}" type="presOf" srcId="{D1180750-8361-4D91-8D82-CD46BBF6B0A7}" destId="{69628CFA-D6A9-4071-A64F-AD89E0295E54}" srcOrd="0" destOrd="0" presId="urn:microsoft.com/office/officeart/2005/8/layout/list1"/>
    <dgm:cxn modelId="{8BDB9EF0-806E-41B6-BB9B-39E8130DDE73}" type="presOf" srcId="{FE2A6BC9-3910-4E28-AE61-FF72E4838853}" destId="{3B52493B-F92A-4F85-80E0-FC63E66EA802}" srcOrd="0" destOrd="2" presId="urn:microsoft.com/office/officeart/2005/8/layout/list1"/>
    <dgm:cxn modelId="{D7B9E8F7-F1F8-4A6C-A86C-2B050099F5A4}" srcId="{DF10B6AF-7F30-465F-AFB9-DC519005F34F}" destId="{BE802776-F2B2-463C-9DA7-2108CAD63FC3}" srcOrd="3" destOrd="0" parTransId="{4FB16476-CE69-40E7-90DE-E0133BF6BD9F}" sibTransId="{6AED0149-A496-45D3-B002-13179079FF40}"/>
    <dgm:cxn modelId="{E2A10453-4C4A-4E19-AB97-570C01DC4A8A}" type="presParOf" srcId="{71C572F9-F1D6-4165-8E63-C77C9F32562E}" destId="{223F3566-226C-480B-8493-AF47080C6457}" srcOrd="0" destOrd="0" presId="urn:microsoft.com/office/officeart/2005/8/layout/list1"/>
    <dgm:cxn modelId="{13ED48E5-6C8B-40FA-8826-8EF57137035D}" type="presParOf" srcId="{223F3566-226C-480B-8493-AF47080C6457}" destId="{17FFA95B-90E9-4C0E-9C7F-C041C79448BF}" srcOrd="0" destOrd="0" presId="urn:microsoft.com/office/officeart/2005/8/layout/list1"/>
    <dgm:cxn modelId="{4E4377D8-7F91-4820-8863-82583C9C56DB}" type="presParOf" srcId="{223F3566-226C-480B-8493-AF47080C6457}" destId="{C73318B1-82D0-4B9E-B034-5CA3C1F55858}" srcOrd="1" destOrd="0" presId="urn:microsoft.com/office/officeart/2005/8/layout/list1"/>
    <dgm:cxn modelId="{D827F794-8A02-46D4-9A0C-477B3602DFE6}" type="presParOf" srcId="{71C572F9-F1D6-4165-8E63-C77C9F32562E}" destId="{5EB5991B-4EE0-4F83-B3D5-CF3E6024A0A8}" srcOrd="1" destOrd="0" presId="urn:microsoft.com/office/officeart/2005/8/layout/list1"/>
    <dgm:cxn modelId="{166D5D31-032E-4CFF-BFA5-3E01A446BCDF}" type="presParOf" srcId="{71C572F9-F1D6-4165-8E63-C77C9F32562E}" destId="{3B52493B-F92A-4F85-80E0-FC63E66EA802}" srcOrd="2" destOrd="0" presId="urn:microsoft.com/office/officeart/2005/8/layout/list1"/>
    <dgm:cxn modelId="{C0F3679B-F39E-41B6-A1C5-8609C3531C94}" type="presParOf" srcId="{71C572F9-F1D6-4165-8E63-C77C9F32562E}" destId="{53F45D3B-399B-4053-9D79-609EC67FC4BB}" srcOrd="3" destOrd="0" presId="urn:microsoft.com/office/officeart/2005/8/layout/list1"/>
    <dgm:cxn modelId="{4128C0CC-7381-4CC6-B357-3395A8782C2D}" type="presParOf" srcId="{71C572F9-F1D6-4165-8E63-C77C9F32562E}" destId="{1E85046B-8C63-4E5C-8816-885BB686D679}" srcOrd="4" destOrd="0" presId="urn:microsoft.com/office/officeart/2005/8/layout/list1"/>
    <dgm:cxn modelId="{32E08C85-B379-4236-B19E-AE81780A520B}" type="presParOf" srcId="{1E85046B-8C63-4E5C-8816-885BB686D679}" destId="{96659C2A-2839-4658-958D-D3B4590AC2DE}" srcOrd="0" destOrd="0" presId="urn:microsoft.com/office/officeart/2005/8/layout/list1"/>
    <dgm:cxn modelId="{5D8501FF-01F6-4915-A531-35A2D8F3430A}" type="presParOf" srcId="{1E85046B-8C63-4E5C-8816-885BB686D679}" destId="{0E7335CD-A69E-4245-8246-5BE1C3885C4B}" srcOrd="1" destOrd="0" presId="urn:microsoft.com/office/officeart/2005/8/layout/list1"/>
    <dgm:cxn modelId="{7BF1CE0C-C763-479E-B6FE-D97E3FD7CED0}" type="presParOf" srcId="{71C572F9-F1D6-4165-8E63-C77C9F32562E}" destId="{7EDB77A1-F391-4778-A08A-0E60D13C0E39}" srcOrd="5" destOrd="0" presId="urn:microsoft.com/office/officeart/2005/8/layout/list1"/>
    <dgm:cxn modelId="{2DCB56AB-3F4C-4D58-B879-9E31C9DC7EA9}" type="presParOf" srcId="{71C572F9-F1D6-4165-8E63-C77C9F32562E}" destId="{69628CFA-D6A9-4071-A64F-AD89E0295E5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48D8F39-5CEE-4EBD-A4A5-A2F85EB97DA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E40EE8-63B4-40F4-9F67-6D7E360C1373}">
      <dgm:prSet custT="1"/>
      <dgm:spPr/>
      <dgm:t>
        <a:bodyPr/>
        <a:lstStyle/>
        <a:p>
          <a:r>
            <a:rPr lang="en-US" sz="2800" dirty="0"/>
            <a:t>New features require API modifications</a:t>
          </a:r>
        </a:p>
      </dgm:t>
    </dgm:pt>
    <dgm:pt modelId="{72E43744-863A-4842-9AA3-01449AEFEAB0}" type="parTrans" cxnId="{12C3C176-AE8C-446C-8272-19EB05D07448}">
      <dgm:prSet/>
      <dgm:spPr/>
      <dgm:t>
        <a:bodyPr/>
        <a:lstStyle/>
        <a:p>
          <a:endParaRPr lang="en-US"/>
        </a:p>
      </dgm:t>
    </dgm:pt>
    <dgm:pt modelId="{8B32C347-DC55-41B9-B32B-6FED8DBAE462}" type="sibTrans" cxnId="{12C3C176-AE8C-446C-8272-19EB05D07448}">
      <dgm:prSet/>
      <dgm:spPr/>
      <dgm:t>
        <a:bodyPr/>
        <a:lstStyle/>
        <a:p>
          <a:endParaRPr lang="en-US"/>
        </a:p>
      </dgm:t>
    </dgm:pt>
    <dgm:pt modelId="{BB71F4DA-C2EF-4790-A041-8D71DA51C7B8}">
      <dgm:prSet custT="1"/>
      <dgm:spPr/>
      <dgm:t>
        <a:bodyPr/>
        <a:lstStyle/>
        <a:p>
          <a:r>
            <a:rPr lang="en-US" sz="2800" dirty="0"/>
            <a:t>Old clients still need to work (backward compatibility)</a:t>
          </a:r>
        </a:p>
      </dgm:t>
    </dgm:pt>
    <dgm:pt modelId="{12B19D62-1ED1-4825-A69F-EC21934970BC}" type="parTrans" cxnId="{CDE83F4D-7FC3-495C-834A-DFE6A5587CBD}">
      <dgm:prSet/>
      <dgm:spPr/>
      <dgm:t>
        <a:bodyPr/>
        <a:lstStyle/>
        <a:p>
          <a:endParaRPr lang="en-US"/>
        </a:p>
      </dgm:t>
    </dgm:pt>
    <dgm:pt modelId="{93AC2181-C007-4D00-90AA-69907A067BC4}" type="sibTrans" cxnId="{CDE83F4D-7FC3-495C-834A-DFE6A5587CBD}">
      <dgm:prSet/>
      <dgm:spPr/>
      <dgm:t>
        <a:bodyPr/>
        <a:lstStyle/>
        <a:p>
          <a:endParaRPr lang="en-US"/>
        </a:p>
      </dgm:t>
    </dgm:pt>
    <dgm:pt modelId="{AA8C337D-1BE3-4AF0-B4B8-A985AF55174E}">
      <dgm:prSet custT="1"/>
      <dgm:spPr/>
      <dgm:t>
        <a:bodyPr/>
        <a:lstStyle/>
        <a:p>
          <a:r>
            <a:rPr lang="en-US" sz="2800" dirty="0"/>
            <a:t>Removing old features can break dependent systems</a:t>
          </a:r>
        </a:p>
      </dgm:t>
    </dgm:pt>
    <dgm:pt modelId="{E3A642DA-2368-4524-ADAF-383CCD1D5F3F}" type="parTrans" cxnId="{430A640E-1AF7-4073-A2A4-094671CD22CB}">
      <dgm:prSet/>
      <dgm:spPr/>
      <dgm:t>
        <a:bodyPr/>
        <a:lstStyle/>
        <a:p>
          <a:endParaRPr lang="en-US"/>
        </a:p>
      </dgm:t>
    </dgm:pt>
    <dgm:pt modelId="{3DC666DF-9024-4853-97B9-C5A3B40648F7}" type="sibTrans" cxnId="{430A640E-1AF7-4073-A2A4-094671CD22CB}">
      <dgm:prSet/>
      <dgm:spPr/>
      <dgm:t>
        <a:bodyPr/>
        <a:lstStyle/>
        <a:p>
          <a:endParaRPr lang="en-US"/>
        </a:p>
      </dgm:t>
    </dgm:pt>
    <dgm:pt modelId="{83334EC1-526F-4FA3-BC52-3F9EC63BFD11}">
      <dgm:prSet custT="1"/>
      <dgm:spPr/>
      <dgm:t>
        <a:bodyPr/>
        <a:lstStyle/>
        <a:p>
          <a:r>
            <a:rPr lang="en-US" sz="2800" dirty="0"/>
            <a:t>Multiple versions must coexist temporarily</a:t>
          </a:r>
        </a:p>
      </dgm:t>
    </dgm:pt>
    <dgm:pt modelId="{F4564FD3-D401-47C9-8B5F-A27B8FC6AFD4}" type="parTrans" cxnId="{1E05626D-AA92-4F7D-A111-D5B1563DD4FE}">
      <dgm:prSet/>
      <dgm:spPr/>
      <dgm:t>
        <a:bodyPr/>
        <a:lstStyle/>
        <a:p>
          <a:endParaRPr lang="en-US"/>
        </a:p>
      </dgm:t>
    </dgm:pt>
    <dgm:pt modelId="{339C6BCA-B6A3-4883-B581-C6DA0761C7E7}" type="sibTrans" cxnId="{1E05626D-AA92-4F7D-A111-D5B1563DD4FE}">
      <dgm:prSet/>
      <dgm:spPr/>
      <dgm:t>
        <a:bodyPr/>
        <a:lstStyle/>
        <a:p>
          <a:endParaRPr lang="en-US"/>
        </a:p>
      </dgm:t>
    </dgm:pt>
    <dgm:pt modelId="{F64949AE-3E84-483E-9630-B073B7F1EFF9}" type="pres">
      <dgm:prSet presAssocID="{B48D8F39-5CEE-4EBD-A4A5-A2F85EB97DA9}" presName="vert0" presStyleCnt="0">
        <dgm:presLayoutVars>
          <dgm:dir/>
          <dgm:animOne val="branch"/>
          <dgm:animLvl val="lvl"/>
        </dgm:presLayoutVars>
      </dgm:prSet>
      <dgm:spPr/>
    </dgm:pt>
    <dgm:pt modelId="{5B330986-5335-464F-8549-1A5B86457B35}" type="pres">
      <dgm:prSet presAssocID="{EBE40EE8-63B4-40F4-9F67-6D7E360C1373}" presName="thickLine" presStyleLbl="alignNode1" presStyleIdx="0" presStyleCnt="4"/>
      <dgm:spPr/>
    </dgm:pt>
    <dgm:pt modelId="{61035F11-0641-4397-8164-D2FF3188EECA}" type="pres">
      <dgm:prSet presAssocID="{EBE40EE8-63B4-40F4-9F67-6D7E360C1373}" presName="horz1" presStyleCnt="0"/>
      <dgm:spPr/>
    </dgm:pt>
    <dgm:pt modelId="{33D5CA2B-2710-4953-881C-5860E6DC7E04}" type="pres">
      <dgm:prSet presAssocID="{EBE40EE8-63B4-40F4-9F67-6D7E360C1373}" presName="tx1" presStyleLbl="revTx" presStyleIdx="0" presStyleCnt="4"/>
      <dgm:spPr/>
    </dgm:pt>
    <dgm:pt modelId="{B0883EE0-EA0E-476A-8244-B7FBC5B6D574}" type="pres">
      <dgm:prSet presAssocID="{EBE40EE8-63B4-40F4-9F67-6D7E360C1373}" presName="vert1" presStyleCnt="0"/>
      <dgm:spPr/>
    </dgm:pt>
    <dgm:pt modelId="{AB847DFF-B28B-48AF-8AD3-FF70F9589D91}" type="pres">
      <dgm:prSet presAssocID="{BB71F4DA-C2EF-4790-A041-8D71DA51C7B8}" presName="thickLine" presStyleLbl="alignNode1" presStyleIdx="1" presStyleCnt="4"/>
      <dgm:spPr/>
    </dgm:pt>
    <dgm:pt modelId="{99710A5B-EF85-430C-BAB0-C2D19192B6D4}" type="pres">
      <dgm:prSet presAssocID="{BB71F4DA-C2EF-4790-A041-8D71DA51C7B8}" presName="horz1" presStyleCnt="0"/>
      <dgm:spPr/>
    </dgm:pt>
    <dgm:pt modelId="{70BD6496-4A18-4E2F-B896-DE4EC85EED3F}" type="pres">
      <dgm:prSet presAssocID="{BB71F4DA-C2EF-4790-A041-8D71DA51C7B8}" presName="tx1" presStyleLbl="revTx" presStyleIdx="1" presStyleCnt="4"/>
      <dgm:spPr/>
    </dgm:pt>
    <dgm:pt modelId="{BA935FCC-AB93-45B6-A9AE-94921132D106}" type="pres">
      <dgm:prSet presAssocID="{BB71F4DA-C2EF-4790-A041-8D71DA51C7B8}" presName="vert1" presStyleCnt="0"/>
      <dgm:spPr/>
    </dgm:pt>
    <dgm:pt modelId="{1A2AECA0-8207-4F60-A5F9-D1A22EFDEC5E}" type="pres">
      <dgm:prSet presAssocID="{AA8C337D-1BE3-4AF0-B4B8-A985AF55174E}" presName="thickLine" presStyleLbl="alignNode1" presStyleIdx="2" presStyleCnt="4"/>
      <dgm:spPr/>
    </dgm:pt>
    <dgm:pt modelId="{71B2D90A-813E-4FAD-A8DC-74BFEAC24514}" type="pres">
      <dgm:prSet presAssocID="{AA8C337D-1BE3-4AF0-B4B8-A985AF55174E}" presName="horz1" presStyleCnt="0"/>
      <dgm:spPr/>
    </dgm:pt>
    <dgm:pt modelId="{AAFCF8C7-F313-4CF7-B8EF-8278E3E62BBD}" type="pres">
      <dgm:prSet presAssocID="{AA8C337D-1BE3-4AF0-B4B8-A985AF55174E}" presName="tx1" presStyleLbl="revTx" presStyleIdx="2" presStyleCnt="4"/>
      <dgm:spPr/>
    </dgm:pt>
    <dgm:pt modelId="{B0713128-6A3C-46CF-988C-0A78DCF336EC}" type="pres">
      <dgm:prSet presAssocID="{AA8C337D-1BE3-4AF0-B4B8-A985AF55174E}" presName="vert1" presStyleCnt="0"/>
      <dgm:spPr/>
    </dgm:pt>
    <dgm:pt modelId="{C3480EB3-89DE-49AD-8A19-A05B9C25F34C}" type="pres">
      <dgm:prSet presAssocID="{83334EC1-526F-4FA3-BC52-3F9EC63BFD11}" presName="thickLine" presStyleLbl="alignNode1" presStyleIdx="3" presStyleCnt="4"/>
      <dgm:spPr/>
    </dgm:pt>
    <dgm:pt modelId="{168B64E0-F3ED-4DEE-BAC8-674109A55354}" type="pres">
      <dgm:prSet presAssocID="{83334EC1-526F-4FA3-BC52-3F9EC63BFD11}" presName="horz1" presStyleCnt="0"/>
      <dgm:spPr/>
    </dgm:pt>
    <dgm:pt modelId="{2E509B65-C183-4D66-8F97-F4A966A93BC8}" type="pres">
      <dgm:prSet presAssocID="{83334EC1-526F-4FA3-BC52-3F9EC63BFD11}" presName="tx1" presStyleLbl="revTx" presStyleIdx="3" presStyleCnt="4"/>
      <dgm:spPr/>
    </dgm:pt>
    <dgm:pt modelId="{09396B95-AAA3-478B-92A0-91CBBD851DBB}" type="pres">
      <dgm:prSet presAssocID="{83334EC1-526F-4FA3-BC52-3F9EC63BFD11}" presName="vert1" presStyleCnt="0"/>
      <dgm:spPr/>
    </dgm:pt>
  </dgm:ptLst>
  <dgm:cxnLst>
    <dgm:cxn modelId="{430A640E-1AF7-4073-A2A4-094671CD22CB}" srcId="{B48D8F39-5CEE-4EBD-A4A5-A2F85EB97DA9}" destId="{AA8C337D-1BE3-4AF0-B4B8-A985AF55174E}" srcOrd="2" destOrd="0" parTransId="{E3A642DA-2368-4524-ADAF-383CCD1D5F3F}" sibTransId="{3DC666DF-9024-4853-97B9-C5A3B40648F7}"/>
    <dgm:cxn modelId="{7DA9FE2E-A424-4668-A331-535CF7D5019B}" type="presOf" srcId="{AA8C337D-1BE3-4AF0-B4B8-A985AF55174E}" destId="{AAFCF8C7-F313-4CF7-B8EF-8278E3E62BBD}" srcOrd="0" destOrd="0" presId="urn:microsoft.com/office/officeart/2008/layout/LinedList"/>
    <dgm:cxn modelId="{CDE83F4D-7FC3-495C-834A-DFE6A5587CBD}" srcId="{B48D8F39-5CEE-4EBD-A4A5-A2F85EB97DA9}" destId="{BB71F4DA-C2EF-4790-A041-8D71DA51C7B8}" srcOrd="1" destOrd="0" parTransId="{12B19D62-1ED1-4825-A69F-EC21934970BC}" sibTransId="{93AC2181-C007-4D00-90AA-69907A067BC4}"/>
    <dgm:cxn modelId="{1E05626D-AA92-4F7D-A111-D5B1563DD4FE}" srcId="{B48D8F39-5CEE-4EBD-A4A5-A2F85EB97DA9}" destId="{83334EC1-526F-4FA3-BC52-3F9EC63BFD11}" srcOrd="3" destOrd="0" parTransId="{F4564FD3-D401-47C9-8B5F-A27B8FC6AFD4}" sibTransId="{339C6BCA-B6A3-4883-B581-C6DA0761C7E7}"/>
    <dgm:cxn modelId="{12C3C176-AE8C-446C-8272-19EB05D07448}" srcId="{B48D8F39-5CEE-4EBD-A4A5-A2F85EB97DA9}" destId="{EBE40EE8-63B4-40F4-9F67-6D7E360C1373}" srcOrd="0" destOrd="0" parTransId="{72E43744-863A-4842-9AA3-01449AEFEAB0}" sibTransId="{8B32C347-DC55-41B9-B32B-6FED8DBAE462}"/>
    <dgm:cxn modelId="{CAED3178-9681-408D-AFBB-2C71A4F740E9}" type="presOf" srcId="{EBE40EE8-63B4-40F4-9F67-6D7E360C1373}" destId="{33D5CA2B-2710-4953-881C-5860E6DC7E04}" srcOrd="0" destOrd="0" presId="urn:microsoft.com/office/officeart/2008/layout/LinedList"/>
    <dgm:cxn modelId="{4CBA3A7C-F0AC-428E-ABD3-56E3826814B8}" type="presOf" srcId="{B48D8F39-5CEE-4EBD-A4A5-A2F85EB97DA9}" destId="{F64949AE-3E84-483E-9630-B073B7F1EFF9}" srcOrd="0" destOrd="0" presId="urn:microsoft.com/office/officeart/2008/layout/LinedList"/>
    <dgm:cxn modelId="{74F1178E-D15D-4863-9A5D-A8F0A8F38DAE}" type="presOf" srcId="{BB71F4DA-C2EF-4790-A041-8D71DA51C7B8}" destId="{70BD6496-4A18-4E2F-B896-DE4EC85EED3F}" srcOrd="0" destOrd="0" presId="urn:microsoft.com/office/officeart/2008/layout/LinedList"/>
    <dgm:cxn modelId="{D1B6DAE8-7573-4DCA-82C7-C46BDD2069A8}" type="presOf" srcId="{83334EC1-526F-4FA3-BC52-3F9EC63BFD11}" destId="{2E509B65-C183-4D66-8F97-F4A966A93BC8}" srcOrd="0" destOrd="0" presId="urn:microsoft.com/office/officeart/2008/layout/LinedList"/>
    <dgm:cxn modelId="{05C7A9FD-2552-4DAE-80E8-D01BC7C87B92}" type="presParOf" srcId="{F64949AE-3E84-483E-9630-B073B7F1EFF9}" destId="{5B330986-5335-464F-8549-1A5B86457B35}" srcOrd="0" destOrd="0" presId="urn:microsoft.com/office/officeart/2008/layout/LinedList"/>
    <dgm:cxn modelId="{14612AD4-3A42-4FE1-9D4D-5F651CC56FA2}" type="presParOf" srcId="{F64949AE-3E84-483E-9630-B073B7F1EFF9}" destId="{61035F11-0641-4397-8164-D2FF3188EECA}" srcOrd="1" destOrd="0" presId="urn:microsoft.com/office/officeart/2008/layout/LinedList"/>
    <dgm:cxn modelId="{686BE2E6-3D04-4358-A641-DDBD3C189A09}" type="presParOf" srcId="{61035F11-0641-4397-8164-D2FF3188EECA}" destId="{33D5CA2B-2710-4953-881C-5860E6DC7E04}" srcOrd="0" destOrd="0" presId="urn:microsoft.com/office/officeart/2008/layout/LinedList"/>
    <dgm:cxn modelId="{9A802D93-3648-4509-8716-20E14AFB9F7F}" type="presParOf" srcId="{61035F11-0641-4397-8164-D2FF3188EECA}" destId="{B0883EE0-EA0E-476A-8244-B7FBC5B6D574}" srcOrd="1" destOrd="0" presId="urn:microsoft.com/office/officeart/2008/layout/LinedList"/>
    <dgm:cxn modelId="{D5BA6041-BD6D-42D5-B976-90B694CB5A95}" type="presParOf" srcId="{F64949AE-3E84-483E-9630-B073B7F1EFF9}" destId="{AB847DFF-B28B-48AF-8AD3-FF70F9589D91}" srcOrd="2" destOrd="0" presId="urn:microsoft.com/office/officeart/2008/layout/LinedList"/>
    <dgm:cxn modelId="{E4730027-482A-42D8-BC61-B884E1A156EA}" type="presParOf" srcId="{F64949AE-3E84-483E-9630-B073B7F1EFF9}" destId="{99710A5B-EF85-430C-BAB0-C2D19192B6D4}" srcOrd="3" destOrd="0" presId="urn:microsoft.com/office/officeart/2008/layout/LinedList"/>
    <dgm:cxn modelId="{E9D37196-18A9-49C0-9567-A5EA14284383}" type="presParOf" srcId="{99710A5B-EF85-430C-BAB0-C2D19192B6D4}" destId="{70BD6496-4A18-4E2F-B896-DE4EC85EED3F}" srcOrd="0" destOrd="0" presId="urn:microsoft.com/office/officeart/2008/layout/LinedList"/>
    <dgm:cxn modelId="{22AD8998-533A-4100-9A88-7DF2C46AE7EE}" type="presParOf" srcId="{99710A5B-EF85-430C-BAB0-C2D19192B6D4}" destId="{BA935FCC-AB93-45B6-A9AE-94921132D106}" srcOrd="1" destOrd="0" presId="urn:microsoft.com/office/officeart/2008/layout/LinedList"/>
    <dgm:cxn modelId="{6FD112A4-DC42-405C-9FE0-E021B1A7F087}" type="presParOf" srcId="{F64949AE-3E84-483E-9630-B073B7F1EFF9}" destId="{1A2AECA0-8207-4F60-A5F9-D1A22EFDEC5E}" srcOrd="4" destOrd="0" presId="urn:microsoft.com/office/officeart/2008/layout/LinedList"/>
    <dgm:cxn modelId="{CE996A50-262D-4CD5-95C9-F8C3B8E7F3E9}" type="presParOf" srcId="{F64949AE-3E84-483E-9630-B073B7F1EFF9}" destId="{71B2D90A-813E-4FAD-A8DC-74BFEAC24514}" srcOrd="5" destOrd="0" presId="urn:microsoft.com/office/officeart/2008/layout/LinedList"/>
    <dgm:cxn modelId="{D592807E-C86D-4060-9B77-F3D72D982E87}" type="presParOf" srcId="{71B2D90A-813E-4FAD-A8DC-74BFEAC24514}" destId="{AAFCF8C7-F313-4CF7-B8EF-8278E3E62BBD}" srcOrd="0" destOrd="0" presId="urn:microsoft.com/office/officeart/2008/layout/LinedList"/>
    <dgm:cxn modelId="{05EE6AD2-EA4D-4A6A-BF2B-2D59F47AF689}" type="presParOf" srcId="{71B2D90A-813E-4FAD-A8DC-74BFEAC24514}" destId="{B0713128-6A3C-46CF-988C-0A78DCF336EC}" srcOrd="1" destOrd="0" presId="urn:microsoft.com/office/officeart/2008/layout/LinedList"/>
    <dgm:cxn modelId="{34329ABD-B7D1-41E7-8F35-9B2597BAA523}" type="presParOf" srcId="{F64949AE-3E84-483E-9630-B073B7F1EFF9}" destId="{C3480EB3-89DE-49AD-8A19-A05B9C25F34C}" srcOrd="6" destOrd="0" presId="urn:microsoft.com/office/officeart/2008/layout/LinedList"/>
    <dgm:cxn modelId="{1DC2E3A7-3500-4313-ACBA-E33532D789B8}" type="presParOf" srcId="{F64949AE-3E84-483E-9630-B073B7F1EFF9}" destId="{168B64E0-F3ED-4DEE-BAC8-674109A55354}" srcOrd="7" destOrd="0" presId="urn:microsoft.com/office/officeart/2008/layout/LinedList"/>
    <dgm:cxn modelId="{5D5E3797-25A6-4C58-B956-400473B75148}" type="presParOf" srcId="{168B64E0-F3ED-4DEE-BAC8-674109A55354}" destId="{2E509B65-C183-4D66-8F97-F4A966A93BC8}" srcOrd="0" destOrd="0" presId="urn:microsoft.com/office/officeart/2008/layout/LinedList"/>
    <dgm:cxn modelId="{8E323FE9-B4BF-45BD-8EC6-A68E15B0C63F}" type="presParOf" srcId="{168B64E0-F3ED-4DEE-BAC8-674109A55354}" destId="{09396B95-AAA3-478B-92A0-91CBBD851D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C3D3BCC-09AB-48F6-AE36-5CC229DAAF5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703911-9060-417C-9E7A-791C7D433A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URL Path – Clear, Visible</a:t>
          </a:r>
          <a:endParaRPr lang="en-US"/>
        </a:p>
      </dgm:t>
    </dgm:pt>
    <dgm:pt modelId="{FA5896A6-3D81-42C5-877E-8B94EA27FB10}" type="parTrans" cxnId="{70EF1F34-10A0-457A-AD0F-854FDDBF3B91}">
      <dgm:prSet/>
      <dgm:spPr/>
      <dgm:t>
        <a:bodyPr/>
        <a:lstStyle/>
        <a:p>
          <a:endParaRPr lang="en-US"/>
        </a:p>
      </dgm:t>
    </dgm:pt>
    <dgm:pt modelId="{B9DF88AC-423D-4800-8CB0-855B71E3848C}" type="sibTrans" cxnId="{70EF1F34-10A0-457A-AD0F-854FDDBF3B91}">
      <dgm:prSet/>
      <dgm:spPr/>
      <dgm:t>
        <a:bodyPr/>
        <a:lstStyle/>
        <a:p>
          <a:endParaRPr lang="en-US"/>
        </a:p>
      </dgm:t>
    </dgm:pt>
    <dgm:pt modelId="{37B29F86-57E3-4DE0-8C5F-20B970F324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/api/v1/customers</a:t>
          </a:r>
        </a:p>
      </dgm:t>
    </dgm:pt>
    <dgm:pt modelId="{23CEDD4B-27AE-402D-809D-BC8E04EE5936}" type="parTrans" cxnId="{D570236E-AD01-4E0F-BBD3-15A2EC147934}">
      <dgm:prSet/>
      <dgm:spPr/>
      <dgm:t>
        <a:bodyPr/>
        <a:lstStyle/>
        <a:p>
          <a:endParaRPr lang="en-US"/>
        </a:p>
      </dgm:t>
    </dgm:pt>
    <dgm:pt modelId="{517B842A-3635-484F-88D3-E64F1E7D1F8C}" type="sibTrans" cxnId="{D570236E-AD01-4E0F-BBD3-15A2EC147934}">
      <dgm:prSet/>
      <dgm:spPr/>
      <dgm:t>
        <a:bodyPr/>
        <a:lstStyle/>
        <a:p>
          <a:endParaRPr lang="en-US"/>
        </a:p>
      </dgm:t>
    </dgm:pt>
    <dgm:pt modelId="{A525FA80-48EE-4FA5-9C52-8F0D5D1B1B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Header - Abstracted</a:t>
          </a:r>
          <a:endParaRPr lang="en-US"/>
        </a:p>
      </dgm:t>
    </dgm:pt>
    <dgm:pt modelId="{744134C0-5AA6-4FA2-8A46-2B81CE3BA1E7}" type="parTrans" cxnId="{C7FF8DB8-A994-40E8-B36F-2AA402DF42B4}">
      <dgm:prSet/>
      <dgm:spPr/>
      <dgm:t>
        <a:bodyPr/>
        <a:lstStyle/>
        <a:p>
          <a:endParaRPr lang="en-US"/>
        </a:p>
      </dgm:t>
    </dgm:pt>
    <dgm:pt modelId="{CD8E5F29-FAC3-4DC3-B595-20D52B18ABAE}" type="sibTrans" cxnId="{C7FF8DB8-A994-40E8-B36F-2AA402DF42B4}">
      <dgm:prSet/>
      <dgm:spPr/>
      <dgm:t>
        <a:bodyPr/>
        <a:lstStyle/>
        <a:p>
          <a:endParaRPr lang="en-US"/>
        </a:p>
      </dgm:t>
    </dgm:pt>
    <dgm:pt modelId="{21960FB2-1188-4AB5-BBEB-9035B708B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Accept: application/</a:t>
          </a:r>
        </a:p>
      </dgm:t>
    </dgm:pt>
    <dgm:pt modelId="{D138761D-2FC4-4144-8E4C-F9D2E5E527CE}" type="parTrans" cxnId="{954FF5CA-4762-4F37-AFF9-A2F46186AC98}">
      <dgm:prSet/>
      <dgm:spPr/>
      <dgm:t>
        <a:bodyPr/>
        <a:lstStyle/>
        <a:p>
          <a:endParaRPr lang="en-US"/>
        </a:p>
      </dgm:t>
    </dgm:pt>
    <dgm:pt modelId="{AD21FDC6-C239-46BB-AD0D-FB2857CBCB7A}" type="sibTrans" cxnId="{954FF5CA-4762-4F37-AFF9-A2F46186AC98}">
      <dgm:prSet/>
      <dgm:spPr/>
      <dgm:t>
        <a:bodyPr/>
        <a:lstStyle/>
        <a:p>
          <a:endParaRPr lang="en-US"/>
        </a:p>
      </dgm:t>
    </dgm:pt>
    <dgm:pt modelId="{35A3D35D-DB8E-4D70-9FE5-609F2EB1FB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vnd.api.v1+json</a:t>
          </a:r>
        </a:p>
      </dgm:t>
    </dgm:pt>
    <dgm:pt modelId="{D6DC3C74-0E3A-4E87-B49A-AB40CFDA9826}" type="parTrans" cxnId="{7EA08714-058A-4935-A282-126F1138B786}">
      <dgm:prSet/>
      <dgm:spPr/>
      <dgm:t>
        <a:bodyPr/>
        <a:lstStyle/>
        <a:p>
          <a:endParaRPr lang="en-US"/>
        </a:p>
      </dgm:t>
    </dgm:pt>
    <dgm:pt modelId="{AC754C24-608E-4D7E-A41D-CDCC1D04E976}" type="sibTrans" cxnId="{7EA08714-058A-4935-A282-126F1138B786}">
      <dgm:prSet/>
      <dgm:spPr/>
      <dgm:t>
        <a:bodyPr/>
        <a:lstStyle/>
        <a:p>
          <a:endParaRPr lang="en-US"/>
        </a:p>
      </dgm:t>
    </dgm:pt>
    <dgm:pt modelId="{E2F299AD-AF4A-48B3-802F-65FAD15C75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Query Param - Flexible</a:t>
          </a:r>
          <a:endParaRPr lang="en-US"/>
        </a:p>
      </dgm:t>
    </dgm:pt>
    <dgm:pt modelId="{FB431264-286D-4780-B8E6-5140A034E08C}" type="parTrans" cxnId="{9E3DA0D9-DA65-4605-A9D4-84A5D5D360EA}">
      <dgm:prSet/>
      <dgm:spPr/>
      <dgm:t>
        <a:bodyPr/>
        <a:lstStyle/>
        <a:p>
          <a:endParaRPr lang="en-US"/>
        </a:p>
      </dgm:t>
    </dgm:pt>
    <dgm:pt modelId="{89CB6527-6043-49FE-ACCF-3730D1D36B1D}" type="sibTrans" cxnId="{9E3DA0D9-DA65-4605-A9D4-84A5D5D360EA}">
      <dgm:prSet/>
      <dgm:spPr/>
      <dgm:t>
        <a:bodyPr/>
        <a:lstStyle/>
        <a:p>
          <a:endParaRPr lang="en-US"/>
        </a:p>
      </dgm:t>
    </dgm:pt>
    <dgm:pt modelId="{B1D3CA7E-8A54-4487-B320-67A01F679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/api/customers?</a:t>
          </a:r>
        </a:p>
      </dgm:t>
    </dgm:pt>
    <dgm:pt modelId="{A8CAA2FA-E99B-4407-BED3-05722E32F3BC}" type="parTrans" cxnId="{412EADBA-7FD6-4BFB-9BDD-DFA5FEEA7847}">
      <dgm:prSet/>
      <dgm:spPr/>
      <dgm:t>
        <a:bodyPr/>
        <a:lstStyle/>
        <a:p>
          <a:endParaRPr lang="en-US"/>
        </a:p>
      </dgm:t>
    </dgm:pt>
    <dgm:pt modelId="{EF04BB9D-D0A9-4B34-BD61-831F5DDF88FB}" type="sibTrans" cxnId="{412EADBA-7FD6-4BFB-9BDD-DFA5FEEA7847}">
      <dgm:prSet/>
      <dgm:spPr/>
      <dgm:t>
        <a:bodyPr/>
        <a:lstStyle/>
        <a:p>
          <a:endParaRPr lang="en-US"/>
        </a:p>
      </dgm:t>
    </dgm:pt>
    <dgm:pt modelId="{270D65E8-928A-4B77-B01D-D6551139C7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version=1.0</a:t>
          </a:r>
        </a:p>
      </dgm:t>
    </dgm:pt>
    <dgm:pt modelId="{734EFF5E-B25A-4AB9-A267-8E451B8F2C89}" type="parTrans" cxnId="{4B3F2C77-3236-494A-AA72-0EF98401A907}">
      <dgm:prSet/>
      <dgm:spPr/>
      <dgm:t>
        <a:bodyPr/>
        <a:lstStyle/>
        <a:p>
          <a:endParaRPr lang="en-US"/>
        </a:p>
      </dgm:t>
    </dgm:pt>
    <dgm:pt modelId="{6C86C4F3-71F3-4A12-A02A-4284A460D849}" type="sibTrans" cxnId="{4B3F2C77-3236-494A-AA72-0EF98401A907}">
      <dgm:prSet/>
      <dgm:spPr/>
      <dgm:t>
        <a:bodyPr/>
        <a:lstStyle/>
        <a:p>
          <a:endParaRPr lang="en-US"/>
        </a:p>
      </dgm:t>
    </dgm:pt>
    <dgm:pt modelId="{E2E8C888-1D04-4D50-B4B6-D514871BE14B}" type="pres">
      <dgm:prSet presAssocID="{9C3D3BCC-09AB-48F6-AE36-5CC229DAAF52}" presName="root" presStyleCnt="0">
        <dgm:presLayoutVars>
          <dgm:dir/>
          <dgm:resizeHandles val="exact"/>
        </dgm:presLayoutVars>
      </dgm:prSet>
      <dgm:spPr/>
    </dgm:pt>
    <dgm:pt modelId="{BDD6BE58-C80A-4D65-94A1-10A0B7E06626}" type="pres">
      <dgm:prSet presAssocID="{76703911-9060-417C-9E7A-791C7D433AD8}" presName="compNode" presStyleCnt="0"/>
      <dgm:spPr/>
    </dgm:pt>
    <dgm:pt modelId="{A11E8921-DD3B-476F-BD14-6CB7DC9C5F1B}" type="pres">
      <dgm:prSet presAssocID="{76703911-9060-417C-9E7A-791C7D433AD8}" presName="bgRect" presStyleLbl="bgShp" presStyleIdx="0" presStyleCnt="3"/>
      <dgm:spPr/>
    </dgm:pt>
    <dgm:pt modelId="{4D63F630-0103-4052-967F-5E03248BA54E}" type="pres">
      <dgm:prSet presAssocID="{76703911-9060-417C-9E7A-791C7D433A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373A05-CE0D-4E4F-A39E-EC38E1A45B94}" type="pres">
      <dgm:prSet presAssocID="{76703911-9060-417C-9E7A-791C7D433AD8}" presName="spaceRect" presStyleCnt="0"/>
      <dgm:spPr/>
    </dgm:pt>
    <dgm:pt modelId="{BF1EC320-343B-46B4-A484-A5E25082B7AE}" type="pres">
      <dgm:prSet presAssocID="{76703911-9060-417C-9E7A-791C7D433AD8}" presName="parTx" presStyleLbl="revTx" presStyleIdx="0" presStyleCnt="6">
        <dgm:presLayoutVars>
          <dgm:chMax val="0"/>
          <dgm:chPref val="0"/>
        </dgm:presLayoutVars>
      </dgm:prSet>
      <dgm:spPr/>
    </dgm:pt>
    <dgm:pt modelId="{96C677EF-868A-4A6E-8441-CD4B51F88CB3}" type="pres">
      <dgm:prSet presAssocID="{76703911-9060-417C-9E7A-791C7D433AD8}" presName="desTx" presStyleLbl="revTx" presStyleIdx="1" presStyleCnt="6">
        <dgm:presLayoutVars/>
      </dgm:prSet>
      <dgm:spPr/>
    </dgm:pt>
    <dgm:pt modelId="{DCCB90F2-65A9-459D-AFA5-7CCA80AE076E}" type="pres">
      <dgm:prSet presAssocID="{B9DF88AC-423D-4800-8CB0-855B71E3848C}" presName="sibTrans" presStyleCnt="0"/>
      <dgm:spPr/>
    </dgm:pt>
    <dgm:pt modelId="{4E9BDA39-1093-4950-B9A5-34804D99EF65}" type="pres">
      <dgm:prSet presAssocID="{A525FA80-48EE-4FA5-9C52-8F0D5D1B1B4B}" presName="compNode" presStyleCnt="0"/>
      <dgm:spPr/>
    </dgm:pt>
    <dgm:pt modelId="{B8737E4F-47A0-494A-A785-FF29CE0E2362}" type="pres">
      <dgm:prSet presAssocID="{A525FA80-48EE-4FA5-9C52-8F0D5D1B1B4B}" presName="bgRect" presStyleLbl="bgShp" presStyleIdx="1" presStyleCnt="3"/>
      <dgm:spPr/>
    </dgm:pt>
    <dgm:pt modelId="{361BA00D-1B4D-4D66-B334-AA92BE4EAC1F}" type="pres">
      <dgm:prSet presAssocID="{A525FA80-48EE-4FA5-9C52-8F0D5D1B1B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395418A-5660-4E0F-8AF9-F6FA98BF49DC}" type="pres">
      <dgm:prSet presAssocID="{A525FA80-48EE-4FA5-9C52-8F0D5D1B1B4B}" presName="spaceRect" presStyleCnt="0"/>
      <dgm:spPr/>
    </dgm:pt>
    <dgm:pt modelId="{E8D13809-104E-4AF2-BD53-01405D5AE785}" type="pres">
      <dgm:prSet presAssocID="{A525FA80-48EE-4FA5-9C52-8F0D5D1B1B4B}" presName="parTx" presStyleLbl="revTx" presStyleIdx="2" presStyleCnt="6">
        <dgm:presLayoutVars>
          <dgm:chMax val="0"/>
          <dgm:chPref val="0"/>
        </dgm:presLayoutVars>
      </dgm:prSet>
      <dgm:spPr/>
    </dgm:pt>
    <dgm:pt modelId="{5E846A8A-06D0-49BE-872B-79C9FB732E56}" type="pres">
      <dgm:prSet presAssocID="{A525FA80-48EE-4FA5-9C52-8F0D5D1B1B4B}" presName="desTx" presStyleLbl="revTx" presStyleIdx="3" presStyleCnt="6">
        <dgm:presLayoutVars/>
      </dgm:prSet>
      <dgm:spPr/>
    </dgm:pt>
    <dgm:pt modelId="{07301B8D-4D6E-4189-8AB5-1806D976EEA7}" type="pres">
      <dgm:prSet presAssocID="{CD8E5F29-FAC3-4DC3-B595-20D52B18ABAE}" presName="sibTrans" presStyleCnt="0"/>
      <dgm:spPr/>
    </dgm:pt>
    <dgm:pt modelId="{ECAB22D7-F724-4CC2-BB2A-45CEBF95237A}" type="pres">
      <dgm:prSet presAssocID="{E2F299AD-AF4A-48B3-802F-65FAD15C755D}" presName="compNode" presStyleCnt="0"/>
      <dgm:spPr/>
    </dgm:pt>
    <dgm:pt modelId="{85D2CF2E-8B1E-47CC-874C-BD51D64CC2B4}" type="pres">
      <dgm:prSet presAssocID="{E2F299AD-AF4A-48B3-802F-65FAD15C755D}" presName="bgRect" presStyleLbl="bgShp" presStyleIdx="2" presStyleCnt="3"/>
      <dgm:spPr/>
    </dgm:pt>
    <dgm:pt modelId="{9987DB6F-D7E9-4354-9270-1A5F0DEF4502}" type="pres">
      <dgm:prSet presAssocID="{E2F299AD-AF4A-48B3-802F-65FAD15C75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0C0918D-4DF4-4503-90D0-C8B0B1E28AC8}" type="pres">
      <dgm:prSet presAssocID="{E2F299AD-AF4A-48B3-802F-65FAD15C755D}" presName="spaceRect" presStyleCnt="0"/>
      <dgm:spPr/>
    </dgm:pt>
    <dgm:pt modelId="{D94FFCA3-E094-46A3-B3B5-72BDFBC82322}" type="pres">
      <dgm:prSet presAssocID="{E2F299AD-AF4A-48B3-802F-65FAD15C755D}" presName="parTx" presStyleLbl="revTx" presStyleIdx="4" presStyleCnt="6">
        <dgm:presLayoutVars>
          <dgm:chMax val="0"/>
          <dgm:chPref val="0"/>
        </dgm:presLayoutVars>
      </dgm:prSet>
      <dgm:spPr/>
    </dgm:pt>
    <dgm:pt modelId="{8D3F1F6A-DD17-4378-A524-A4BF4FF03723}" type="pres">
      <dgm:prSet presAssocID="{E2F299AD-AF4A-48B3-802F-65FAD15C755D}" presName="desTx" presStyleLbl="revTx" presStyleIdx="5" presStyleCnt="6">
        <dgm:presLayoutVars/>
      </dgm:prSet>
      <dgm:spPr/>
    </dgm:pt>
  </dgm:ptLst>
  <dgm:cxnLst>
    <dgm:cxn modelId="{7EA08714-058A-4935-A282-126F1138B786}" srcId="{A525FA80-48EE-4FA5-9C52-8F0D5D1B1B4B}" destId="{35A3D35D-DB8E-4D70-9FE5-609F2EB1FB54}" srcOrd="1" destOrd="0" parTransId="{D6DC3C74-0E3A-4E87-B49A-AB40CFDA9826}" sibTransId="{AC754C24-608E-4D7E-A41D-CDCC1D04E976}"/>
    <dgm:cxn modelId="{70EF1F34-10A0-457A-AD0F-854FDDBF3B91}" srcId="{9C3D3BCC-09AB-48F6-AE36-5CC229DAAF52}" destId="{76703911-9060-417C-9E7A-791C7D433AD8}" srcOrd="0" destOrd="0" parTransId="{FA5896A6-3D81-42C5-877E-8B94EA27FB10}" sibTransId="{B9DF88AC-423D-4800-8CB0-855B71E3848C}"/>
    <dgm:cxn modelId="{A48B673B-4EA6-428A-8B3D-A56C692B1D8F}" type="presOf" srcId="{A525FA80-48EE-4FA5-9C52-8F0D5D1B1B4B}" destId="{E8D13809-104E-4AF2-BD53-01405D5AE785}" srcOrd="0" destOrd="0" presId="urn:microsoft.com/office/officeart/2018/2/layout/IconVerticalSolidList"/>
    <dgm:cxn modelId="{828C7B4A-DE6C-4CE4-AB29-DD65AF138313}" type="presOf" srcId="{35A3D35D-DB8E-4D70-9FE5-609F2EB1FB54}" destId="{5E846A8A-06D0-49BE-872B-79C9FB732E56}" srcOrd="0" destOrd="1" presId="urn:microsoft.com/office/officeart/2018/2/layout/IconVerticalSolidList"/>
    <dgm:cxn modelId="{B85D534C-D831-4973-A02F-F5EEB50F4A84}" type="presOf" srcId="{E2F299AD-AF4A-48B3-802F-65FAD15C755D}" destId="{D94FFCA3-E094-46A3-B3B5-72BDFBC82322}" srcOrd="0" destOrd="0" presId="urn:microsoft.com/office/officeart/2018/2/layout/IconVerticalSolidList"/>
    <dgm:cxn modelId="{D570236E-AD01-4E0F-BBD3-15A2EC147934}" srcId="{76703911-9060-417C-9E7A-791C7D433AD8}" destId="{37B29F86-57E3-4DE0-8C5F-20B970F3249F}" srcOrd="0" destOrd="0" parTransId="{23CEDD4B-27AE-402D-809D-BC8E04EE5936}" sibTransId="{517B842A-3635-484F-88D3-E64F1E7D1F8C}"/>
    <dgm:cxn modelId="{49BBC14F-ADAC-4BF0-A20B-B5E5A89A43BA}" type="presOf" srcId="{76703911-9060-417C-9E7A-791C7D433AD8}" destId="{BF1EC320-343B-46B4-A484-A5E25082B7AE}" srcOrd="0" destOrd="0" presId="urn:microsoft.com/office/officeart/2018/2/layout/IconVerticalSolidList"/>
    <dgm:cxn modelId="{C97CD254-80DA-487F-AE7B-C8C6F7E335AD}" type="presOf" srcId="{21960FB2-1188-4AB5-BBEB-9035B708B0D8}" destId="{5E846A8A-06D0-49BE-872B-79C9FB732E56}" srcOrd="0" destOrd="0" presId="urn:microsoft.com/office/officeart/2018/2/layout/IconVerticalSolidList"/>
    <dgm:cxn modelId="{4B3F2C77-3236-494A-AA72-0EF98401A907}" srcId="{E2F299AD-AF4A-48B3-802F-65FAD15C755D}" destId="{270D65E8-928A-4B77-B01D-D6551139C777}" srcOrd="1" destOrd="0" parTransId="{734EFF5E-B25A-4AB9-A267-8E451B8F2C89}" sibTransId="{6C86C4F3-71F3-4A12-A02A-4284A460D849}"/>
    <dgm:cxn modelId="{0A45F4B4-F41F-45B1-9BAB-C7218F5A7D59}" type="presOf" srcId="{270D65E8-928A-4B77-B01D-D6551139C777}" destId="{8D3F1F6A-DD17-4378-A524-A4BF4FF03723}" srcOrd="0" destOrd="1" presId="urn:microsoft.com/office/officeart/2018/2/layout/IconVerticalSolidList"/>
    <dgm:cxn modelId="{C7FF8DB8-A994-40E8-B36F-2AA402DF42B4}" srcId="{9C3D3BCC-09AB-48F6-AE36-5CC229DAAF52}" destId="{A525FA80-48EE-4FA5-9C52-8F0D5D1B1B4B}" srcOrd="1" destOrd="0" parTransId="{744134C0-5AA6-4FA2-8A46-2B81CE3BA1E7}" sibTransId="{CD8E5F29-FAC3-4DC3-B595-20D52B18ABAE}"/>
    <dgm:cxn modelId="{412EADBA-7FD6-4BFB-9BDD-DFA5FEEA7847}" srcId="{E2F299AD-AF4A-48B3-802F-65FAD15C755D}" destId="{B1D3CA7E-8A54-4487-B320-67A01F679074}" srcOrd="0" destOrd="0" parTransId="{A8CAA2FA-E99B-4407-BED3-05722E32F3BC}" sibTransId="{EF04BB9D-D0A9-4B34-BD61-831F5DDF88FB}"/>
    <dgm:cxn modelId="{8D23F4C4-D089-42AF-A758-0915B340639E}" type="presOf" srcId="{9C3D3BCC-09AB-48F6-AE36-5CC229DAAF52}" destId="{E2E8C888-1D04-4D50-B4B6-D514871BE14B}" srcOrd="0" destOrd="0" presId="urn:microsoft.com/office/officeart/2018/2/layout/IconVerticalSolidList"/>
    <dgm:cxn modelId="{82675FC5-B9E2-4D71-8061-CAD6F72F9CB4}" type="presOf" srcId="{B1D3CA7E-8A54-4487-B320-67A01F679074}" destId="{8D3F1F6A-DD17-4378-A524-A4BF4FF03723}" srcOrd="0" destOrd="0" presId="urn:microsoft.com/office/officeart/2018/2/layout/IconVerticalSolidList"/>
    <dgm:cxn modelId="{954FF5CA-4762-4F37-AFF9-A2F46186AC98}" srcId="{A525FA80-48EE-4FA5-9C52-8F0D5D1B1B4B}" destId="{21960FB2-1188-4AB5-BBEB-9035B708B0D8}" srcOrd="0" destOrd="0" parTransId="{D138761D-2FC4-4144-8E4C-F9D2E5E527CE}" sibTransId="{AD21FDC6-C239-46BB-AD0D-FB2857CBCB7A}"/>
    <dgm:cxn modelId="{9E3DA0D9-DA65-4605-A9D4-84A5D5D360EA}" srcId="{9C3D3BCC-09AB-48F6-AE36-5CC229DAAF52}" destId="{E2F299AD-AF4A-48B3-802F-65FAD15C755D}" srcOrd="2" destOrd="0" parTransId="{FB431264-286D-4780-B8E6-5140A034E08C}" sibTransId="{89CB6527-6043-49FE-ACCF-3730D1D36B1D}"/>
    <dgm:cxn modelId="{5DA871F3-F27F-45BF-9CA6-166DFEE19371}" type="presOf" srcId="{37B29F86-57E3-4DE0-8C5F-20B970F3249F}" destId="{96C677EF-868A-4A6E-8441-CD4B51F88CB3}" srcOrd="0" destOrd="0" presId="urn:microsoft.com/office/officeart/2018/2/layout/IconVerticalSolidList"/>
    <dgm:cxn modelId="{7DBF46DD-3E98-4801-8030-171D07209CBE}" type="presParOf" srcId="{E2E8C888-1D04-4D50-B4B6-D514871BE14B}" destId="{BDD6BE58-C80A-4D65-94A1-10A0B7E06626}" srcOrd="0" destOrd="0" presId="urn:microsoft.com/office/officeart/2018/2/layout/IconVerticalSolidList"/>
    <dgm:cxn modelId="{8501DF7E-7D21-484A-9914-3B2450E6A023}" type="presParOf" srcId="{BDD6BE58-C80A-4D65-94A1-10A0B7E06626}" destId="{A11E8921-DD3B-476F-BD14-6CB7DC9C5F1B}" srcOrd="0" destOrd="0" presId="urn:microsoft.com/office/officeart/2018/2/layout/IconVerticalSolidList"/>
    <dgm:cxn modelId="{01531B16-DC26-4E1B-9F9C-AC5A2EC3637B}" type="presParOf" srcId="{BDD6BE58-C80A-4D65-94A1-10A0B7E06626}" destId="{4D63F630-0103-4052-967F-5E03248BA54E}" srcOrd="1" destOrd="0" presId="urn:microsoft.com/office/officeart/2018/2/layout/IconVerticalSolidList"/>
    <dgm:cxn modelId="{BABCC3D5-0CC0-4FCC-A7ED-E3ACC8CC7A08}" type="presParOf" srcId="{BDD6BE58-C80A-4D65-94A1-10A0B7E06626}" destId="{BB373A05-CE0D-4E4F-A39E-EC38E1A45B94}" srcOrd="2" destOrd="0" presId="urn:microsoft.com/office/officeart/2018/2/layout/IconVerticalSolidList"/>
    <dgm:cxn modelId="{66E863DB-CE9B-4171-9CDC-A48F05E028E5}" type="presParOf" srcId="{BDD6BE58-C80A-4D65-94A1-10A0B7E06626}" destId="{BF1EC320-343B-46B4-A484-A5E25082B7AE}" srcOrd="3" destOrd="0" presId="urn:microsoft.com/office/officeart/2018/2/layout/IconVerticalSolidList"/>
    <dgm:cxn modelId="{D5F9128B-9E1B-4C1B-A84B-BCE03E617675}" type="presParOf" srcId="{BDD6BE58-C80A-4D65-94A1-10A0B7E06626}" destId="{96C677EF-868A-4A6E-8441-CD4B51F88CB3}" srcOrd="4" destOrd="0" presId="urn:microsoft.com/office/officeart/2018/2/layout/IconVerticalSolidList"/>
    <dgm:cxn modelId="{C2B079C8-1A41-4BCC-8D12-3195C2081637}" type="presParOf" srcId="{E2E8C888-1D04-4D50-B4B6-D514871BE14B}" destId="{DCCB90F2-65A9-459D-AFA5-7CCA80AE076E}" srcOrd="1" destOrd="0" presId="urn:microsoft.com/office/officeart/2018/2/layout/IconVerticalSolidList"/>
    <dgm:cxn modelId="{CA12CA33-5D09-420D-B527-F0B09ACB3AAA}" type="presParOf" srcId="{E2E8C888-1D04-4D50-B4B6-D514871BE14B}" destId="{4E9BDA39-1093-4950-B9A5-34804D99EF65}" srcOrd="2" destOrd="0" presId="urn:microsoft.com/office/officeart/2018/2/layout/IconVerticalSolidList"/>
    <dgm:cxn modelId="{18DBC0A8-3E70-4CFD-9080-A4DC25671329}" type="presParOf" srcId="{4E9BDA39-1093-4950-B9A5-34804D99EF65}" destId="{B8737E4F-47A0-494A-A785-FF29CE0E2362}" srcOrd="0" destOrd="0" presId="urn:microsoft.com/office/officeart/2018/2/layout/IconVerticalSolidList"/>
    <dgm:cxn modelId="{442B5EE1-873D-4CA8-9D20-DD6853ECDD65}" type="presParOf" srcId="{4E9BDA39-1093-4950-B9A5-34804D99EF65}" destId="{361BA00D-1B4D-4D66-B334-AA92BE4EAC1F}" srcOrd="1" destOrd="0" presId="urn:microsoft.com/office/officeart/2018/2/layout/IconVerticalSolidList"/>
    <dgm:cxn modelId="{BA31E21B-3E5C-43AA-B57B-1EFD8071C32A}" type="presParOf" srcId="{4E9BDA39-1093-4950-B9A5-34804D99EF65}" destId="{9395418A-5660-4E0F-8AF9-F6FA98BF49DC}" srcOrd="2" destOrd="0" presId="urn:microsoft.com/office/officeart/2018/2/layout/IconVerticalSolidList"/>
    <dgm:cxn modelId="{5A49F3CC-F43E-4D61-9475-2FD6FA46C47D}" type="presParOf" srcId="{4E9BDA39-1093-4950-B9A5-34804D99EF65}" destId="{E8D13809-104E-4AF2-BD53-01405D5AE785}" srcOrd="3" destOrd="0" presId="urn:microsoft.com/office/officeart/2018/2/layout/IconVerticalSolidList"/>
    <dgm:cxn modelId="{B5D4B765-398D-4201-BDF1-FA7D81735DF0}" type="presParOf" srcId="{4E9BDA39-1093-4950-B9A5-34804D99EF65}" destId="{5E846A8A-06D0-49BE-872B-79C9FB732E56}" srcOrd="4" destOrd="0" presId="urn:microsoft.com/office/officeart/2018/2/layout/IconVerticalSolidList"/>
    <dgm:cxn modelId="{992202B6-A1BB-4BBC-BD14-8CD3ACBEAF9C}" type="presParOf" srcId="{E2E8C888-1D04-4D50-B4B6-D514871BE14B}" destId="{07301B8D-4D6E-4189-8AB5-1806D976EEA7}" srcOrd="3" destOrd="0" presId="urn:microsoft.com/office/officeart/2018/2/layout/IconVerticalSolidList"/>
    <dgm:cxn modelId="{A6F0A83B-EDF9-4645-8BB9-9E8BD0457E92}" type="presParOf" srcId="{E2E8C888-1D04-4D50-B4B6-D514871BE14B}" destId="{ECAB22D7-F724-4CC2-BB2A-45CEBF95237A}" srcOrd="4" destOrd="0" presId="urn:microsoft.com/office/officeart/2018/2/layout/IconVerticalSolidList"/>
    <dgm:cxn modelId="{AF516BEC-BB69-4778-8773-6400CE416BE1}" type="presParOf" srcId="{ECAB22D7-F724-4CC2-BB2A-45CEBF95237A}" destId="{85D2CF2E-8B1E-47CC-874C-BD51D64CC2B4}" srcOrd="0" destOrd="0" presId="urn:microsoft.com/office/officeart/2018/2/layout/IconVerticalSolidList"/>
    <dgm:cxn modelId="{008D065C-A99E-4221-9609-169E56FF9063}" type="presParOf" srcId="{ECAB22D7-F724-4CC2-BB2A-45CEBF95237A}" destId="{9987DB6F-D7E9-4354-9270-1A5F0DEF4502}" srcOrd="1" destOrd="0" presId="urn:microsoft.com/office/officeart/2018/2/layout/IconVerticalSolidList"/>
    <dgm:cxn modelId="{D603C777-3266-4E5B-88FA-C5483CB5A507}" type="presParOf" srcId="{ECAB22D7-F724-4CC2-BB2A-45CEBF95237A}" destId="{60C0918D-4DF4-4503-90D0-C8B0B1E28AC8}" srcOrd="2" destOrd="0" presId="urn:microsoft.com/office/officeart/2018/2/layout/IconVerticalSolidList"/>
    <dgm:cxn modelId="{20F2CB93-5693-448E-9877-DDD8B9EB7E23}" type="presParOf" srcId="{ECAB22D7-F724-4CC2-BB2A-45CEBF95237A}" destId="{D94FFCA3-E094-46A3-B3B5-72BDFBC82322}" srcOrd="3" destOrd="0" presId="urn:microsoft.com/office/officeart/2018/2/layout/IconVerticalSolidList"/>
    <dgm:cxn modelId="{2FDA195D-5284-4EA6-B7C8-96232558B696}" type="presParOf" srcId="{ECAB22D7-F724-4CC2-BB2A-45CEBF95237A}" destId="{8D3F1F6A-DD17-4378-A524-A4BF4FF0372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64BA515-2143-4B75-B1E8-6860645DED3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D6205E-E07C-4A57-BA91-FA1D0A14A5A7}">
      <dgm:prSet/>
      <dgm:spPr/>
      <dgm:t>
        <a:bodyPr/>
        <a:lstStyle/>
        <a:p>
          <a:r>
            <a:rPr lang="en-US" b="1"/>
            <a:t>Additive Changes Only:</a:t>
          </a:r>
          <a:r>
            <a:rPr lang="en-US"/>
            <a:t> Add new fields/endpoints, don't remove or rename old ones</a:t>
          </a:r>
        </a:p>
      </dgm:t>
    </dgm:pt>
    <dgm:pt modelId="{2C2F19F4-F0C3-49B1-A96E-738872A3B0CD}" type="parTrans" cxnId="{8B532FAC-04EA-4A20-B25A-BAC05090FE86}">
      <dgm:prSet/>
      <dgm:spPr/>
      <dgm:t>
        <a:bodyPr/>
        <a:lstStyle/>
        <a:p>
          <a:endParaRPr lang="en-US"/>
        </a:p>
      </dgm:t>
    </dgm:pt>
    <dgm:pt modelId="{C7D07AE3-BDDF-45D7-9CFB-46A011BFA180}" type="sibTrans" cxnId="{8B532FAC-04EA-4A20-B25A-BAC05090FE8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EAD6C73-2819-4FA0-8CA3-1500DD700C6B}">
      <dgm:prSet/>
      <dgm:spPr/>
      <dgm:t>
        <a:bodyPr/>
        <a:lstStyle/>
        <a:p>
          <a:r>
            <a:rPr lang="en-US" b="1"/>
            <a:t>Deprecation Warnings:</a:t>
          </a:r>
          <a:r>
            <a:rPr lang="en-US"/>
            <a:t> Use HTTP headers to warn about upcoming changes (X-API-Deprecation)</a:t>
          </a:r>
        </a:p>
      </dgm:t>
    </dgm:pt>
    <dgm:pt modelId="{1D50BCDF-BD2B-40B3-887C-213D98CD1555}" type="parTrans" cxnId="{E09F0BCC-50EE-4C71-ABFD-7FDF06B77D10}">
      <dgm:prSet/>
      <dgm:spPr/>
      <dgm:t>
        <a:bodyPr/>
        <a:lstStyle/>
        <a:p>
          <a:endParaRPr lang="en-US"/>
        </a:p>
      </dgm:t>
    </dgm:pt>
    <dgm:pt modelId="{F6F969E6-0A19-4314-A5A3-75BE944D4887}" type="sibTrans" cxnId="{E09F0BCC-50EE-4C71-ABFD-7FDF06B77D1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03C65CED-EE9E-4782-AEEC-68A0199E1EF7}">
      <dgm:prSet/>
      <dgm:spPr/>
      <dgm:t>
        <a:bodyPr/>
        <a:lstStyle/>
        <a:p>
          <a:r>
            <a:rPr lang="en-US" b="1"/>
            <a:t>Semantic Versioning:</a:t>
          </a:r>
          <a:r>
            <a:rPr lang="en-US"/>
            <a:t> Follow MAJOR.MINOR.PATCH (v2.1.3) to signal breaking changes</a:t>
          </a:r>
        </a:p>
      </dgm:t>
    </dgm:pt>
    <dgm:pt modelId="{4618681D-C461-4AE1-8E8C-B410BAF16B30}" type="parTrans" cxnId="{510A63FB-26EC-4930-9E19-14DD5F951C0F}">
      <dgm:prSet/>
      <dgm:spPr/>
      <dgm:t>
        <a:bodyPr/>
        <a:lstStyle/>
        <a:p>
          <a:endParaRPr lang="en-US"/>
        </a:p>
      </dgm:t>
    </dgm:pt>
    <dgm:pt modelId="{81A803CE-6636-4334-8775-D4B56E8710BE}" type="sibTrans" cxnId="{510A63FB-26EC-4930-9E19-14DD5F951C0F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1AC90B9D-F13A-416C-BED0-F8991328AD35}">
      <dgm:prSet/>
      <dgm:spPr/>
      <dgm:t>
        <a:bodyPr/>
        <a:lstStyle/>
        <a:p>
          <a:r>
            <a:rPr lang="en-US" b="1"/>
            <a:t>Testing:</a:t>
          </a:r>
          <a:r>
            <a:rPr lang="en-US"/>
            <a:t> Maintain automated tests against all active API versions</a:t>
          </a:r>
        </a:p>
      </dgm:t>
    </dgm:pt>
    <dgm:pt modelId="{44FB71CA-A303-4D62-AB54-2AEA1170F4D9}" type="parTrans" cxnId="{7D57E73A-9147-4CE0-8F24-B3CF6CB76B2B}">
      <dgm:prSet/>
      <dgm:spPr/>
      <dgm:t>
        <a:bodyPr/>
        <a:lstStyle/>
        <a:p>
          <a:endParaRPr lang="en-US"/>
        </a:p>
      </dgm:t>
    </dgm:pt>
    <dgm:pt modelId="{96A66AEF-FCCE-4052-902E-F3107B0A114E}" type="sibTrans" cxnId="{7D57E73A-9147-4CE0-8F24-B3CF6CB76B2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2A428F02-3CBA-413A-B03C-05C832985285}" type="pres">
      <dgm:prSet presAssocID="{A64BA515-2143-4B75-B1E8-6860645DED36}" presName="Name0" presStyleCnt="0">
        <dgm:presLayoutVars>
          <dgm:animLvl val="lvl"/>
          <dgm:resizeHandles val="exact"/>
        </dgm:presLayoutVars>
      </dgm:prSet>
      <dgm:spPr/>
    </dgm:pt>
    <dgm:pt modelId="{F8EA127E-2B47-47C5-A071-B59EA5ABCB43}" type="pres">
      <dgm:prSet presAssocID="{D2D6205E-E07C-4A57-BA91-FA1D0A14A5A7}" presName="compositeNode" presStyleCnt="0">
        <dgm:presLayoutVars>
          <dgm:bulletEnabled val="1"/>
        </dgm:presLayoutVars>
      </dgm:prSet>
      <dgm:spPr/>
    </dgm:pt>
    <dgm:pt modelId="{6D1AE0FD-B039-40E1-9EBE-8C292B498AC5}" type="pres">
      <dgm:prSet presAssocID="{D2D6205E-E07C-4A57-BA91-FA1D0A14A5A7}" presName="bgRect" presStyleLbl="alignNode1" presStyleIdx="0" presStyleCnt="4"/>
      <dgm:spPr/>
    </dgm:pt>
    <dgm:pt modelId="{D0E1866E-0FB5-4A27-84CC-D1AD832FFC14}" type="pres">
      <dgm:prSet presAssocID="{C7D07AE3-BDDF-45D7-9CFB-46A011BFA180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D35031DC-E11E-4806-B674-DACB9E431A93}" type="pres">
      <dgm:prSet presAssocID="{D2D6205E-E07C-4A57-BA91-FA1D0A14A5A7}" presName="nodeRect" presStyleLbl="alignNode1" presStyleIdx="0" presStyleCnt="4">
        <dgm:presLayoutVars>
          <dgm:bulletEnabled val="1"/>
        </dgm:presLayoutVars>
      </dgm:prSet>
      <dgm:spPr/>
    </dgm:pt>
    <dgm:pt modelId="{D5626596-968E-44C7-8BDF-FD29307076EF}" type="pres">
      <dgm:prSet presAssocID="{C7D07AE3-BDDF-45D7-9CFB-46A011BFA180}" presName="sibTrans" presStyleCnt="0"/>
      <dgm:spPr/>
    </dgm:pt>
    <dgm:pt modelId="{290FB1BE-1536-4099-B178-2C7AB20581FD}" type="pres">
      <dgm:prSet presAssocID="{5EAD6C73-2819-4FA0-8CA3-1500DD700C6B}" presName="compositeNode" presStyleCnt="0">
        <dgm:presLayoutVars>
          <dgm:bulletEnabled val="1"/>
        </dgm:presLayoutVars>
      </dgm:prSet>
      <dgm:spPr/>
    </dgm:pt>
    <dgm:pt modelId="{C9903186-0EAD-461E-A9A4-EAC6D521457A}" type="pres">
      <dgm:prSet presAssocID="{5EAD6C73-2819-4FA0-8CA3-1500DD700C6B}" presName="bgRect" presStyleLbl="alignNode1" presStyleIdx="1" presStyleCnt="4"/>
      <dgm:spPr/>
    </dgm:pt>
    <dgm:pt modelId="{6CC636ED-7026-449C-9536-F44615DF3A43}" type="pres">
      <dgm:prSet presAssocID="{F6F969E6-0A19-4314-A5A3-75BE944D4887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62D1D0C-9BD4-4360-8F07-BDD7367FBBD3}" type="pres">
      <dgm:prSet presAssocID="{5EAD6C73-2819-4FA0-8CA3-1500DD700C6B}" presName="nodeRect" presStyleLbl="alignNode1" presStyleIdx="1" presStyleCnt="4">
        <dgm:presLayoutVars>
          <dgm:bulletEnabled val="1"/>
        </dgm:presLayoutVars>
      </dgm:prSet>
      <dgm:spPr/>
    </dgm:pt>
    <dgm:pt modelId="{42A918A9-9DD4-4EDA-B86F-DF6F8009196D}" type="pres">
      <dgm:prSet presAssocID="{F6F969E6-0A19-4314-A5A3-75BE944D4887}" presName="sibTrans" presStyleCnt="0"/>
      <dgm:spPr/>
    </dgm:pt>
    <dgm:pt modelId="{DDE9D5D4-8E9E-4C4A-911D-E2F22C6C61A6}" type="pres">
      <dgm:prSet presAssocID="{03C65CED-EE9E-4782-AEEC-68A0199E1EF7}" presName="compositeNode" presStyleCnt="0">
        <dgm:presLayoutVars>
          <dgm:bulletEnabled val="1"/>
        </dgm:presLayoutVars>
      </dgm:prSet>
      <dgm:spPr/>
    </dgm:pt>
    <dgm:pt modelId="{35D712AA-BEEE-48E1-A52A-7220BCA73CAE}" type="pres">
      <dgm:prSet presAssocID="{03C65CED-EE9E-4782-AEEC-68A0199E1EF7}" presName="bgRect" presStyleLbl="alignNode1" presStyleIdx="2" presStyleCnt="4"/>
      <dgm:spPr/>
    </dgm:pt>
    <dgm:pt modelId="{6C269C68-CEB9-46BB-AFA8-5DFC1BF9ECDE}" type="pres">
      <dgm:prSet presAssocID="{81A803CE-6636-4334-8775-D4B56E8710BE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244AED30-FE64-4DC7-8F62-43F165AC62DD}" type="pres">
      <dgm:prSet presAssocID="{03C65CED-EE9E-4782-AEEC-68A0199E1EF7}" presName="nodeRect" presStyleLbl="alignNode1" presStyleIdx="2" presStyleCnt="4">
        <dgm:presLayoutVars>
          <dgm:bulletEnabled val="1"/>
        </dgm:presLayoutVars>
      </dgm:prSet>
      <dgm:spPr/>
    </dgm:pt>
    <dgm:pt modelId="{C45DA734-8EBB-4597-8735-C0FC1BF8707D}" type="pres">
      <dgm:prSet presAssocID="{81A803CE-6636-4334-8775-D4B56E8710BE}" presName="sibTrans" presStyleCnt="0"/>
      <dgm:spPr/>
    </dgm:pt>
    <dgm:pt modelId="{D9C4DD87-7C8A-44F8-802E-0B94EBC5CE0E}" type="pres">
      <dgm:prSet presAssocID="{1AC90B9D-F13A-416C-BED0-F8991328AD35}" presName="compositeNode" presStyleCnt="0">
        <dgm:presLayoutVars>
          <dgm:bulletEnabled val="1"/>
        </dgm:presLayoutVars>
      </dgm:prSet>
      <dgm:spPr/>
    </dgm:pt>
    <dgm:pt modelId="{C24B9390-D243-4F03-BF70-801161F5D66B}" type="pres">
      <dgm:prSet presAssocID="{1AC90B9D-F13A-416C-BED0-F8991328AD35}" presName="bgRect" presStyleLbl="alignNode1" presStyleIdx="3" presStyleCnt="4"/>
      <dgm:spPr/>
    </dgm:pt>
    <dgm:pt modelId="{3AE1EED2-7077-4FBC-BC2E-27AA3C9D965F}" type="pres">
      <dgm:prSet presAssocID="{96A66AEF-FCCE-4052-902E-F3107B0A114E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47B5E235-09CB-4872-891B-E92EB46FA65F}" type="pres">
      <dgm:prSet presAssocID="{1AC90B9D-F13A-416C-BED0-F8991328AD35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4871CD28-E76C-4170-BBE1-DE9BB79FAC91}" type="presOf" srcId="{D2D6205E-E07C-4A57-BA91-FA1D0A14A5A7}" destId="{6D1AE0FD-B039-40E1-9EBE-8C292B498AC5}" srcOrd="0" destOrd="0" presId="urn:microsoft.com/office/officeart/2016/7/layout/LinearBlockProcessNumbered"/>
    <dgm:cxn modelId="{42AE1830-83D4-4755-8F20-0E8C77637D01}" type="presOf" srcId="{03C65CED-EE9E-4782-AEEC-68A0199E1EF7}" destId="{35D712AA-BEEE-48E1-A52A-7220BCA73CAE}" srcOrd="0" destOrd="0" presId="urn:microsoft.com/office/officeart/2016/7/layout/LinearBlockProcessNumbered"/>
    <dgm:cxn modelId="{7D57E73A-9147-4CE0-8F24-B3CF6CB76B2B}" srcId="{A64BA515-2143-4B75-B1E8-6860645DED36}" destId="{1AC90B9D-F13A-416C-BED0-F8991328AD35}" srcOrd="3" destOrd="0" parTransId="{44FB71CA-A303-4D62-AB54-2AEA1170F4D9}" sibTransId="{96A66AEF-FCCE-4052-902E-F3107B0A114E}"/>
    <dgm:cxn modelId="{3FEB0965-4D66-4B0B-8EC6-79EF55EEE637}" type="presOf" srcId="{81A803CE-6636-4334-8775-D4B56E8710BE}" destId="{6C269C68-CEB9-46BB-AFA8-5DFC1BF9ECDE}" srcOrd="0" destOrd="0" presId="urn:microsoft.com/office/officeart/2016/7/layout/LinearBlockProcessNumbered"/>
    <dgm:cxn modelId="{CEF0F749-A576-4AA0-B541-BA09B52565C6}" type="presOf" srcId="{5EAD6C73-2819-4FA0-8CA3-1500DD700C6B}" destId="{862D1D0C-9BD4-4360-8F07-BDD7367FBBD3}" srcOrd="1" destOrd="0" presId="urn:microsoft.com/office/officeart/2016/7/layout/LinearBlockProcessNumbered"/>
    <dgm:cxn modelId="{4497D64C-892F-40EE-B872-0C4832D1E886}" type="presOf" srcId="{D2D6205E-E07C-4A57-BA91-FA1D0A14A5A7}" destId="{D35031DC-E11E-4806-B674-DACB9E431A93}" srcOrd="1" destOrd="0" presId="urn:microsoft.com/office/officeart/2016/7/layout/LinearBlockProcessNumbered"/>
    <dgm:cxn modelId="{1524D47F-AEF3-4BC0-8D6B-57578A0F717E}" type="presOf" srcId="{5EAD6C73-2819-4FA0-8CA3-1500DD700C6B}" destId="{C9903186-0EAD-461E-A9A4-EAC6D521457A}" srcOrd="0" destOrd="0" presId="urn:microsoft.com/office/officeart/2016/7/layout/LinearBlockProcessNumbered"/>
    <dgm:cxn modelId="{980BACA2-59E8-4A8B-A963-4893165EFB43}" type="presOf" srcId="{96A66AEF-FCCE-4052-902E-F3107B0A114E}" destId="{3AE1EED2-7077-4FBC-BC2E-27AA3C9D965F}" srcOrd="0" destOrd="0" presId="urn:microsoft.com/office/officeart/2016/7/layout/LinearBlockProcessNumbered"/>
    <dgm:cxn modelId="{8B532FAC-04EA-4A20-B25A-BAC05090FE86}" srcId="{A64BA515-2143-4B75-B1E8-6860645DED36}" destId="{D2D6205E-E07C-4A57-BA91-FA1D0A14A5A7}" srcOrd="0" destOrd="0" parTransId="{2C2F19F4-F0C3-49B1-A96E-738872A3B0CD}" sibTransId="{C7D07AE3-BDDF-45D7-9CFB-46A011BFA180}"/>
    <dgm:cxn modelId="{4F74C9B8-343B-4F95-8BA9-0A63878C1479}" type="presOf" srcId="{A64BA515-2143-4B75-B1E8-6860645DED36}" destId="{2A428F02-3CBA-413A-B03C-05C832985285}" srcOrd="0" destOrd="0" presId="urn:microsoft.com/office/officeart/2016/7/layout/LinearBlockProcessNumbered"/>
    <dgm:cxn modelId="{E09F0BCC-50EE-4C71-ABFD-7FDF06B77D10}" srcId="{A64BA515-2143-4B75-B1E8-6860645DED36}" destId="{5EAD6C73-2819-4FA0-8CA3-1500DD700C6B}" srcOrd="1" destOrd="0" parTransId="{1D50BCDF-BD2B-40B3-887C-213D98CD1555}" sibTransId="{F6F969E6-0A19-4314-A5A3-75BE944D4887}"/>
    <dgm:cxn modelId="{07B668E1-8896-4B12-804E-26191651696F}" type="presOf" srcId="{1AC90B9D-F13A-416C-BED0-F8991328AD35}" destId="{47B5E235-09CB-4872-891B-E92EB46FA65F}" srcOrd="1" destOrd="0" presId="urn:microsoft.com/office/officeart/2016/7/layout/LinearBlockProcessNumbered"/>
    <dgm:cxn modelId="{8B02CDEF-777C-418C-874B-E5EB6608F3B8}" type="presOf" srcId="{1AC90B9D-F13A-416C-BED0-F8991328AD35}" destId="{C24B9390-D243-4F03-BF70-801161F5D66B}" srcOrd="0" destOrd="0" presId="urn:microsoft.com/office/officeart/2016/7/layout/LinearBlockProcessNumbered"/>
    <dgm:cxn modelId="{8DAB17F0-3B5B-463A-A2BB-747E84F29E8B}" type="presOf" srcId="{C7D07AE3-BDDF-45D7-9CFB-46A011BFA180}" destId="{D0E1866E-0FB5-4A27-84CC-D1AD832FFC14}" srcOrd="0" destOrd="0" presId="urn:microsoft.com/office/officeart/2016/7/layout/LinearBlockProcessNumbered"/>
    <dgm:cxn modelId="{5859F4F5-6A8D-4ED0-A941-DF471641D19A}" type="presOf" srcId="{F6F969E6-0A19-4314-A5A3-75BE944D4887}" destId="{6CC636ED-7026-449C-9536-F44615DF3A43}" srcOrd="0" destOrd="0" presId="urn:microsoft.com/office/officeart/2016/7/layout/LinearBlockProcessNumbered"/>
    <dgm:cxn modelId="{510A63FB-26EC-4930-9E19-14DD5F951C0F}" srcId="{A64BA515-2143-4B75-B1E8-6860645DED36}" destId="{03C65CED-EE9E-4782-AEEC-68A0199E1EF7}" srcOrd="2" destOrd="0" parTransId="{4618681D-C461-4AE1-8E8C-B410BAF16B30}" sibTransId="{81A803CE-6636-4334-8775-D4B56E8710BE}"/>
    <dgm:cxn modelId="{ADF779FC-8662-4F9B-88C4-14BD18E6E570}" type="presOf" srcId="{03C65CED-EE9E-4782-AEEC-68A0199E1EF7}" destId="{244AED30-FE64-4DC7-8F62-43F165AC62DD}" srcOrd="1" destOrd="0" presId="urn:microsoft.com/office/officeart/2016/7/layout/LinearBlockProcessNumbered"/>
    <dgm:cxn modelId="{3C63CCF7-35FC-4AEC-BDDE-9964CA7214C8}" type="presParOf" srcId="{2A428F02-3CBA-413A-B03C-05C832985285}" destId="{F8EA127E-2B47-47C5-A071-B59EA5ABCB43}" srcOrd="0" destOrd="0" presId="urn:microsoft.com/office/officeart/2016/7/layout/LinearBlockProcessNumbered"/>
    <dgm:cxn modelId="{E68C09CB-F1E7-4879-AA84-D729A052728B}" type="presParOf" srcId="{F8EA127E-2B47-47C5-A071-B59EA5ABCB43}" destId="{6D1AE0FD-B039-40E1-9EBE-8C292B498AC5}" srcOrd="0" destOrd="0" presId="urn:microsoft.com/office/officeart/2016/7/layout/LinearBlockProcessNumbered"/>
    <dgm:cxn modelId="{41C59EBB-FB1B-4FD4-BEE5-77102B446280}" type="presParOf" srcId="{F8EA127E-2B47-47C5-A071-B59EA5ABCB43}" destId="{D0E1866E-0FB5-4A27-84CC-D1AD832FFC14}" srcOrd="1" destOrd="0" presId="urn:microsoft.com/office/officeart/2016/7/layout/LinearBlockProcessNumbered"/>
    <dgm:cxn modelId="{AC951FA5-F610-4CFE-8118-2D48DB611ADC}" type="presParOf" srcId="{F8EA127E-2B47-47C5-A071-B59EA5ABCB43}" destId="{D35031DC-E11E-4806-B674-DACB9E431A93}" srcOrd="2" destOrd="0" presId="urn:microsoft.com/office/officeart/2016/7/layout/LinearBlockProcessNumbered"/>
    <dgm:cxn modelId="{4ED4BC85-4E39-419C-BA21-9D0D00882CD0}" type="presParOf" srcId="{2A428F02-3CBA-413A-B03C-05C832985285}" destId="{D5626596-968E-44C7-8BDF-FD29307076EF}" srcOrd="1" destOrd="0" presId="urn:microsoft.com/office/officeart/2016/7/layout/LinearBlockProcessNumbered"/>
    <dgm:cxn modelId="{EFCFDBF1-DDCC-4849-946B-8163CD3AC9C3}" type="presParOf" srcId="{2A428F02-3CBA-413A-B03C-05C832985285}" destId="{290FB1BE-1536-4099-B178-2C7AB20581FD}" srcOrd="2" destOrd="0" presId="urn:microsoft.com/office/officeart/2016/7/layout/LinearBlockProcessNumbered"/>
    <dgm:cxn modelId="{5CC05376-9FDB-40F5-9A42-BD71FB24A7D4}" type="presParOf" srcId="{290FB1BE-1536-4099-B178-2C7AB20581FD}" destId="{C9903186-0EAD-461E-A9A4-EAC6D521457A}" srcOrd="0" destOrd="0" presId="urn:microsoft.com/office/officeart/2016/7/layout/LinearBlockProcessNumbered"/>
    <dgm:cxn modelId="{286CBBB8-0FE1-43DA-9881-4876924A4AE4}" type="presParOf" srcId="{290FB1BE-1536-4099-B178-2C7AB20581FD}" destId="{6CC636ED-7026-449C-9536-F44615DF3A43}" srcOrd="1" destOrd="0" presId="urn:microsoft.com/office/officeart/2016/7/layout/LinearBlockProcessNumbered"/>
    <dgm:cxn modelId="{36F67DE5-1AED-4D21-9051-E0653A5F936A}" type="presParOf" srcId="{290FB1BE-1536-4099-B178-2C7AB20581FD}" destId="{862D1D0C-9BD4-4360-8F07-BDD7367FBBD3}" srcOrd="2" destOrd="0" presId="urn:microsoft.com/office/officeart/2016/7/layout/LinearBlockProcessNumbered"/>
    <dgm:cxn modelId="{1F72E38D-A003-4AEA-974C-49E432AE01B0}" type="presParOf" srcId="{2A428F02-3CBA-413A-B03C-05C832985285}" destId="{42A918A9-9DD4-4EDA-B86F-DF6F8009196D}" srcOrd="3" destOrd="0" presId="urn:microsoft.com/office/officeart/2016/7/layout/LinearBlockProcessNumbered"/>
    <dgm:cxn modelId="{FF6DD672-19F6-471B-8381-AD3ACF180F55}" type="presParOf" srcId="{2A428F02-3CBA-413A-B03C-05C832985285}" destId="{DDE9D5D4-8E9E-4C4A-911D-E2F22C6C61A6}" srcOrd="4" destOrd="0" presId="urn:microsoft.com/office/officeart/2016/7/layout/LinearBlockProcessNumbered"/>
    <dgm:cxn modelId="{B406644F-7D78-4E54-9A2C-57E3EDB7B413}" type="presParOf" srcId="{DDE9D5D4-8E9E-4C4A-911D-E2F22C6C61A6}" destId="{35D712AA-BEEE-48E1-A52A-7220BCA73CAE}" srcOrd="0" destOrd="0" presId="urn:microsoft.com/office/officeart/2016/7/layout/LinearBlockProcessNumbered"/>
    <dgm:cxn modelId="{7E046648-4270-4EA0-AD8D-5AFDC6EF774D}" type="presParOf" srcId="{DDE9D5D4-8E9E-4C4A-911D-E2F22C6C61A6}" destId="{6C269C68-CEB9-46BB-AFA8-5DFC1BF9ECDE}" srcOrd="1" destOrd="0" presId="urn:microsoft.com/office/officeart/2016/7/layout/LinearBlockProcessNumbered"/>
    <dgm:cxn modelId="{4561D4BB-AFE8-4BEC-87A8-0A70C717DC78}" type="presParOf" srcId="{DDE9D5D4-8E9E-4C4A-911D-E2F22C6C61A6}" destId="{244AED30-FE64-4DC7-8F62-43F165AC62DD}" srcOrd="2" destOrd="0" presId="urn:microsoft.com/office/officeart/2016/7/layout/LinearBlockProcessNumbered"/>
    <dgm:cxn modelId="{7A189462-A2E6-4FF2-BBC9-E2A86CB63053}" type="presParOf" srcId="{2A428F02-3CBA-413A-B03C-05C832985285}" destId="{C45DA734-8EBB-4597-8735-C0FC1BF8707D}" srcOrd="5" destOrd="0" presId="urn:microsoft.com/office/officeart/2016/7/layout/LinearBlockProcessNumbered"/>
    <dgm:cxn modelId="{FA7C48F2-890F-4C57-B33A-6D76E6EFF500}" type="presParOf" srcId="{2A428F02-3CBA-413A-B03C-05C832985285}" destId="{D9C4DD87-7C8A-44F8-802E-0B94EBC5CE0E}" srcOrd="6" destOrd="0" presId="urn:microsoft.com/office/officeart/2016/7/layout/LinearBlockProcessNumbered"/>
    <dgm:cxn modelId="{B207C178-4C1C-474A-A848-E18FC8CF59B0}" type="presParOf" srcId="{D9C4DD87-7C8A-44F8-802E-0B94EBC5CE0E}" destId="{C24B9390-D243-4F03-BF70-801161F5D66B}" srcOrd="0" destOrd="0" presId="urn:microsoft.com/office/officeart/2016/7/layout/LinearBlockProcessNumbered"/>
    <dgm:cxn modelId="{AC1E3945-40C9-4C82-9C19-B32B97C2DB1C}" type="presParOf" srcId="{D9C4DD87-7C8A-44F8-802E-0B94EBC5CE0E}" destId="{3AE1EED2-7077-4FBC-BC2E-27AA3C9D965F}" srcOrd="1" destOrd="0" presId="urn:microsoft.com/office/officeart/2016/7/layout/LinearBlockProcessNumbered"/>
    <dgm:cxn modelId="{094F98B9-C256-4023-8F9A-280CE5E26373}" type="presParOf" srcId="{D9C4DD87-7C8A-44F8-802E-0B94EBC5CE0E}" destId="{47B5E235-09CB-4872-891B-E92EB46FA65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4E86301-3E56-42CD-B5AB-87A93B291249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E76DC0-58B1-4F36-AC6B-1A572EC69986}">
      <dgm:prSet/>
      <dgm:spPr/>
      <dgm:t>
        <a:bodyPr/>
        <a:lstStyle/>
        <a:p>
          <a:r>
            <a:rPr lang="en-US"/>
            <a:t>Master</a:t>
          </a:r>
        </a:p>
      </dgm:t>
    </dgm:pt>
    <dgm:pt modelId="{726808FD-740F-415B-99CD-1BDBDDC4A736}" type="parTrans" cxnId="{D87D9FA8-BEB0-4C64-8579-9E77FCFFAB6D}">
      <dgm:prSet/>
      <dgm:spPr/>
      <dgm:t>
        <a:bodyPr/>
        <a:lstStyle/>
        <a:p>
          <a:endParaRPr lang="en-US"/>
        </a:p>
      </dgm:t>
    </dgm:pt>
    <dgm:pt modelId="{3CC15AC5-D929-46F5-84FE-2E4C8A24D5F5}" type="sibTrans" cxnId="{D87D9FA8-BEB0-4C64-8579-9E77FCFFAB6D}">
      <dgm:prSet/>
      <dgm:spPr/>
      <dgm:t>
        <a:bodyPr/>
        <a:lstStyle/>
        <a:p>
          <a:endParaRPr lang="en-US"/>
        </a:p>
      </dgm:t>
    </dgm:pt>
    <dgm:pt modelId="{8F47DFE0-CD4F-4A87-80F4-0B6837109AF7}">
      <dgm:prSet/>
      <dgm:spPr/>
      <dgm:t>
        <a:bodyPr/>
        <a:lstStyle/>
        <a:p>
          <a:r>
            <a:rPr lang="en-US"/>
            <a:t>Master three critical service design patterns: Saga, Circuit Breaker, API Gateway</a:t>
          </a:r>
        </a:p>
      </dgm:t>
    </dgm:pt>
    <dgm:pt modelId="{59D06FBF-6F0A-48F3-824F-4EF5294439E5}" type="parTrans" cxnId="{15E9BCC0-5CB1-4A88-B88A-E34AEC4DF9D0}">
      <dgm:prSet/>
      <dgm:spPr/>
      <dgm:t>
        <a:bodyPr/>
        <a:lstStyle/>
        <a:p>
          <a:endParaRPr lang="en-US"/>
        </a:p>
      </dgm:t>
    </dgm:pt>
    <dgm:pt modelId="{C83CE49B-635A-4009-876F-7DF1EF05E20E}" type="sibTrans" cxnId="{15E9BCC0-5CB1-4A88-B88A-E34AEC4DF9D0}">
      <dgm:prSet/>
      <dgm:spPr/>
      <dgm:t>
        <a:bodyPr/>
        <a:lstStyle/>
        <a:p>
          <a:endParaRPr lang="en-US"/>
        </a:p>
      </dgm:t>
    </dgm:pt>
    <dgm:pt modelId="{167B40E7-3A4A-4266-AFB5-43E173F490B3}">
      <dgm:prSet/>
      <dgm:spPr/>
      <dgm:t>
        <a:bodyPr/>
        <a:lstStyle/>
        <a:p>
          <a:r>
            <a:rPr lang="en-US"/>
            <a:t>Understand</a:t>
          </a:r>
        </a:p>
      </dgm:t>
    </dgm:pt>
    <dgm:pt modelId="{1F7B1B5B-5FB3-4AEC-A692-533731471613}" type="parTrans" cxnId="{3952E645-F189-47B3-91E8-F6F0B75CEC79}">
      <dgm:prSet/>
      <dgm:spPr/>
      <dgm:t>
        <a:bodyPr/>
        <a:lstStyle/>
        <a:p>
          <a:endParaRPr lang="en-US"/>
        </a:p>
      </dgm:t>
    </dgm:pt>
    <dgm:pt modelId="{2F4992E9-A8BA-4E3B-AF27-2F030F2A2E4A}" type="sibTrans" cxnId="{3952E645-F189-47B3-91E8-F6F0B75CEC79}">
      <dgm:prSet/>
      <dgm:spPr/>
      <dgm:t>
        <a:bodyPr/>
        <a:lstStyle/>
        <a:p>
          <a:endParaRPr lang="en-US"/>
        </a:p>
      </dgm:t>
    </dgm:pt>
    <dgm:pt modelId="{25373590-02CF-44C4-B495-B3CF783C4158}">
      <dgm:prSet/>
      <dgm:spPr/>
      <dgm:t>
        <a:bodyPr/>
        <a:lstStyle/>
        <a:p>
          <a:r>
            <a:rPr lang="en-US"/>
            <a:t>Understand synchronous vs asynchronous communication patterns</a:t>
          </a:r>
        </a:p>
      </dgm:t>
    </dgm:pt>
    <dgm:pt modelId="{DB45E2E9-E212-4F82-BE86-19B597B51EC0}" type="parTrans" cxnId="{E4151F4E-C04C-41DB-8E24-0DECF43C3268}">
      <dgm:prSet/>
      <dgm:spPr/>
      <dgm:t>
        <a:bodyPr/>
        <a:lstStyle/>
        <a:p>
          <a:endParaRPr lang="en-US"/>
        </a:p>
      </dgm:t>
    </dgm:pt>
    <dgm:pt modelId="{31086517-3BDE-43BB-BB9A-3FEAAC6BD4F7}" type="sibTrans" cxnId="{E4151F4E-C04C-41DB-8E24-0DECF43C3268}">
      <dgm:prSet/>
      <dgm:spPr/>
      <dgm:t>
        <a:bodyPr/>
        <a:lstStyle/>
        <a:p>
          <a:endParaRPr lang="en-US"/>
        </a:p>
      </dgm:t>
    </dgm:pt>
    <dgm:pt modelId="{278BAF07-D7A8-4864-84B6-0BCF7315F4B0}">
      <dgm:prSet/>
      <dgm:spPr/>
      <dgm:t>
        <a:bodyPr/>
        <a:lstStyle/>
        <a:p>
          <a:r>
            <a:rPr lang="en-US"/>
            <a:t>Compare</a:t>
          </a:r>
        </a:p>
      </dgm:t>
    </dgm:pt>
    <dgm:pt modelId="{439A3502-8D23-48BB-8650-74B89DF4EBE8}" type="parTrans" cxnId="{048C33B2-7858-4E69-BE2D-9C869DF7695E}">
      <dgm:prSet/>
      <dgm:spPr/>
      <dgm:t>
        <a:bodyPr/>
        <a:lstStyle/>
        <a:p>
          <a:endParaRPr lang="en-US"/>
        </a:p>
      </dgm:t>
    </dgm:pt>
    <dgm:pt modelId="{CB0F78A9-2C48-41AC-8BF3-3F95AFEABAED}" type="sibTrans" cxnId="{048C33B2-7858-4E69-BE2D-9C869DF7695E}">
      <dgm:prSet/>
      <dgm:spPr/>
      <dgm:t>
        <a:bodyPr/>
        <a:lstStyle/>
        <a:p>
          <a:endParaRPr lang="en-US"/>
        </a:p>
      </dgm:t>
    </dgm:pt>
    <dgm:pt modelId="{B6ADD783-A68D-44F9-BFD0-B2EE72A12C18}">
      <dgm:prSet/>
      <dgm:spPr/>
      <dgm:t>
        <a:bodyPr/>
        <a:lstStyle/>
        <a:p>
          <a:r>
            <a:rPr lang="en-US"/>
            <a:t>Compare Request-Reply vs Publish-Subscribe messaging</a:t>
          </a:r>
        </a:p>
      </dgm:t>
    </dgm:pt>
    <dgm:pt modelId="{606A9015-E79A-4DF5-82F8-4F1D9A68D5F4}" type="parTrans" cxnId="{5F091D64-283A-46CA-9D63-446B53F220F3}">
      <dgm:prSet/>
      <dgm:spPr/>
      <dgm:t>
        <a:bodyPr/>
        <a:lstStyle/>
        <a:p>
          <a:endParaRPr lang="en-US"/>
        </a:p>
      </dgm:t>
    </dgm:pt>
    <dgm:pt modelId="{E31F9A67-E67E-45BA-9FB8-4ACF2390D3B6}" type="sibTrans" cxnId="{5F091D64-283A-46CA-9D63-446B53F220F3}">
      <dgm:prSet/>
      <dgm:spPr/>
      <dgm:t>
        <a:bodyPr/>
        <a:lstStyle/>
        <a:p>
          <a:endParaRPr lang="en-US"/>
        </a:p>
      </dgm:t>
    </dgm:pt>
    <dgm:pt modelId="{FC3E7BB6-8D57-46B1-A75D-557D211A948F}">
      <dgm:prSet/>
      <dgm:spPr/>
      <dgm:t>
        <a:bodyPr/>
        <a:lstStyle/>
        <a:p>
          <a:r>
            <a:rPr lang="en-US"/>
            <a:t>Learn</a:t>
          </a:r>
        </a:p>
      </dgm:t>
    </dgm:pt>
    <dgm:pt modelId="{F63C0C56-29F8-4627-B054-968D81CF42A8}" type="parTrans" cxnId="{B898B172-B75D-4AA5-957A-ECE4B251EEA0}">
      <dgm:prSet/>
      <dgm:spPr/>
      <dgm:t>
        <a:bodyPr/>
        <a:lstStyle/>
        <a:p>
          <a:endParaRPr lang="en-US"/>
        </a:p>
      </dgm:t>
    </dgm:pt>
    <dgm:pt modelId="{BC794652-611F-48D4-A7CA-9E69F5ABBEA0}" type="sibTrans" cxnId="{B898B172-B75D-4AA5-957A-ECE4B251EEA0}">
      <dgm:prSet/>
      <dgm:spPr/>
      <dgm:t>
        <a:bodyPr/>
        <a:lstStyle/>
        <a:p>
          <a:endParaRPr lang="en-US"/>
        </a:p>
      </dgm:t>
    </dgm:pt>
    <dgm:pt modelId="{BA49D68E-6466-4AE1-B2EA-64E65E5B4682}">
      <dgm:prSet/>
      <dgm:spPr/>
      <dgm:t>
        <a:bodyPr/>
        <a:lstStyle/>
        <a:p>
          <a:r>
            <a:rPr lang="en-US"/>
            <a:t>Learn data consistency patterns for distributed systems</a:t>
          </a:r>
        </a:p>
      </dgm:t>
    </dgm:pt>
    <dgm:pt modelId="{11150D81-0C5D-46B1-9004-F45C73862B18}" type="parTrans" cxnId="{7DC4363C-6CB7-4588-B38E-B7CC7A563E6C}">
      <dgm:prSet/>
      <dgm:spPr/>
      <dgm:t>
        <a:bodyPr/>
        <a:lstStyle/>
        <a:p>
          <a:endParaRPr lang="en-US"/>
        </a:p>
      </dgm:t>
    </dgm:pt>
    <dgm:pt modelId="{54E4D5C0-7285-4EBC-83F8-8811130EFDF8}" type="sibTrans" cxnId="{7DC4363C-6CB7-4588-B38E-B7CC7A563E6C}">
      <dgm:prSet/>
      <dgm:spPr/>
      <dgm:t>
        <a:bodyPr/>
        <a:lstStyle/>
        <a:p>
          <a:endParaRPr lang="en-US"/>
        </a:p>
      </dgm:t>
    </dgm:pt>
    <dgm:pt modelId="{D1A7DBB9-4AF1-4431-B36F-25713D836ACD}">
      <dgm:prSet/>
      <dgm:spPr/>
      <dgm:t>
        <a:bodyPr/>
        <a:lstStyle/>
        <a:p>
          <a:r>
            <a:rPr lang="en-US"/>
            <a:t>Apply</a:t>
          </a:r>
        </a:p>
      </dgm:t>
    </dgm:pt>
    <dgm:pt modelId="{BDAFDCA0-E536-4637-B0AE-841CA28D5C0A}" type="parTrans" cxnId="{3B5C0198-FDF7-4DE4-BE09-0AADFB47670E}">
      <dgm:prSet/>
      <dgm:spPr/>
      <dgm:t>
        <a:bodyPr/>
        <a:lstStyle/>
        <a:p>
          <a:endParaRPr lang="en-US"/>
        </a:p>
      </dgm:t>
    </dgm:pt>
    <dgm:pt modelId="{817C1C6C-BE1C-405D-866B-3DD8F64A96D7}" type="sibTrans" cxnId="{3B5C0198-FDF7-4DE4-BE09-0AADFB47670E}">
      <dgm:prSet/>
      <dgm:spPr/>
      <dgm:t>
        <a:bodyPr/>
        <a:lstStyle/>
        <a:p>
          <a:endParaRPr lang="en-US"/>
        </a:p>
      </dgm:t>
    </dgm:pt>
    <dgm:pt modelId="{00AD962A-FB15-4FCF-9F51-F1AA8460FB32}">
      <dgm:prSet/>
      <dgm:spPr/>
      <dgm:t>
        <a:bodyPr/>
        <a:lstStyle/>
        <a:p>
          <a:r>
            <a:rPr lang="en-US"/>
            <a:t>Apply patterns to your group project architecture</a:t>
          </a:r>
        </a:p>
      </dgm:t>
    </dgm:pt>
    <dgm:pt modelId="{FBB40A51-2008-47F5-994C-C471CEA8CEC8}" type="parTrans" cxnId="{DC3D052A-C20B-4DB2-9BA5-B09CCE851E60}">
      <dgm:prSet/>
      <dgm:spPr/>
      <dgm:t>
        <a:bodyPr/>
        <a:lstStyle/>
        <a:p>
          <a:endParaRPr lang="en-US"/>
        </a:p>
      </dgm:t>
    </dgm:pt>
    <dgm:pt modelId="{6C75F2BB-999A-4659-8716-309A86DD789E}" type="sibTrans" cxnId="{DC3D052A-C20B-4DB2-9BA5-B09CCE851E60}">
      <dgm:prSet/>
      <dgm:spPr/>
      <dgm:t>
        <a:bodyPr/>
        <a:lstStyle/>
        <a:p>
          <a:endParaRPr lang="en-US"/>
        </a:p>
      </dgm:t>
    </dgm:pt>
    <dgm:pt modelId="{F04F23EE-9421-4F76-83B5-7EC5F3A1FB3B}" type="pres">
      <dgm:prSet presAssocID="{34E86301-3E56-42CD-B5AB-87A93B291249}" presName="Name0" presStyleCnt="0">
        <dgm:presLayoutVars>
          <dgm:dir/>
          <dgm:animLvl val="lvl"/>
          <dgm:resizeHandles val="exact"/>
        </dgm:presLayoutVars>
      </dgm:prSet>
      <dgm:spPr/>
    </dgm:pt>
    <dgm:pt modelId="{56FDB047-71C7-4DFD-AB62-9B5FDEC14436}" type="pres">
      <dgm:prSet presAssocID="{04E76DC0-58B1-4F36-AC6B-1A572EC69986}" presName="linNode" presStyleCnt="0"/>
      <dgm:spPr/>
    </dgm:pt>
    <dgm:pt modelId="{4850A6B2-7E8B-4730-B4E4-5394BC0208CA}" type="pres">
      <dgm:prSet presAssocID="{04E76DC0-58B1-4F36-AC6B-1A572EC69986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5BFB4707-18E9-448F-91F1-75A49E2C85B9}" type="pres">
      <dgm:prSet presAssocID="{04E76DC0-58B1-4F36-AC6B-1A572EC69986}" presName="descendantText" presStyleLbl="alignAccFollowNode1" presStyleIdx="0" presStyleCnt="5">
        <dgm:presLayoutVars>
          <dgm:bulletEnabled/>
        </dgm:presLayoutVars>
      </dgm:prSet>
      <dgm:spPr/>
    </dgm:pt>
    <dgm:pt modelId="{E2FA1784-3131-48FF-8A0F-C6642E771A7C}" type="pres">
      <dgm:prSet presAssocID="{3CC15AC5-D929-46F5-84FE-2E4C8A24D5F5}" presName="sp" presStyleCnt="0"/>
      <dgm:spPr/>
    </dgm:pt>
    <dgm:pt modelId="{39A01A72-ADFA-4697-9812-9BF1C8C5AAB4}" type="pres">
      <dgm:prSet presAssocID="{167B40E7-3A4A-4266-AFB5-43E173F490B3}" presName="linNode" presStyleCnt="0"/>
      <dgm:spPr/>
    </dgm:pt>
    <dgm:pt modelId="{7C390003-6755-49AA-81E8-7AE9DFC7385B}" type="pres">
      <dgm:prSet presAssocID="{167B40E7-3A4A-4266-AFB5-43E173F490B3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C18BF7BD-8E9B-49C4-96CA-8775410F5D2C}" type="pres">
      <dgm:prSet presAssocID="{167B40E7-3A4A-4266-AFB5-43E173F490B3}" presName="descendantText" presStyleLbl="alignAccFollowNode1" presStyleIdx="1" presStyleCnt="5">
        <dgm:presLayoutVars>
          <dgm:bulletEnabled/>
        </dgm:presLayoutVars>
      </dgm:prSet>
      <dgm:spPr/>
    </dgm:pt>
    <dgm:pt modelId="{356E8ACD-A32F-457C-B305-E26226B800F5}" type="pres">
      <dgm:prSet presAssocID="{2F4992E9-A8BA-4E3B-AF27-2F030F2A2E4A}" presName="sp" presStyleCnt="0"/>
      <dgm:spPr/>
    </dgm:pt>
    <dgm:pt modelId="{89DA8024-1B9E-4DED-961B-C7C7113B2784}" type="pres">
      <dgm:prSet presAssocID="{278BAF07-D7A8-4864-84B6-0BCF7315F4B0}" presName="linNode" presStyleCnt="0"/>
      <dgm:spPr/>
    </dgm:pt>
    <dgm:pt modelId="{289B9A30-0DE5-4459-BB83-58C213716468}" type="pres">
      <dgm:prSet presAssocID="{278BAF07-D7A8-4864-84B6-0BCF7315F4B0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02779477-EB82-4198-9CE0-5583F3D85BB4}" type="pres">
      <dgm:prSet presAssocID="{278BAF07-D7A8-4864-84B6-0BCF7315F4B0}" presName="descendantText" presStyleLbl="alignAccFollowNode1" presStyleIdx="2" presStyleCnt="5">
        <dgm:presLayoutVars>
          <dgm:bulletEnabled/>
        </dgm:presLayoutVars>
      </dgm:prSet>
      <dgm:spPr/>
    </dgm:pt>
    <dgm:pt modelId="{92119142-370C-4D26-8833-172EF433AC07}" type="pres">
      <dgm:prSet presAssocID="{CB0F78A9-2C48-41AC-8BF3-3F95AFEABAED}" presName="sp" presStyleCnt="0"/>
      <dgm:spPr/>
    </dgm:pt>
    <dgm:pt modelId="{C51C584E-2D9D-4546-B46A-FB2D961C60A2}" type="pres">
      <dgm:prSet presAssocID="{FC3E7BB6-8D57-46B1-A75D-557D211A948F}" presName="linNode" presStyleCnt="0"/>
      <dgm:spPr/>
    </dgm:pt>
    <dgm:pt modelId="{ADE944B8-9ED3-415E-B6D7-0A0CD8CEEC72}" type="pres">
      <dgm:prSet presAssocID="{FC3E7BB6-8D57-46B1-A75D-557D211A948F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11451BFF-B2E8-4794-B2F2-0197389210B7}" type="pres">
      <dgm:prSet presAssocID="{FC3E7BB6-8D57-46B1-A75D-557D211A948F}" presName="descendantText" presStyleLbl="alignAccFollowNode1" presStyleIdx="3" presStyleCnt="5">
        <dgm:presLayoutVars>
          <dgm:bulletEnabled/>
        </dgm:presLayoutVars>
      </dgm:prSet>
      <dgm:spPr/>
    </dgm:pt>
    <dgm:pt modelId="{BC28EF4B-D0CF-4D34-B10D-5EE47A7497B9}" type="pres">
      <dgm:prSet presAssocID="{BC794652-611F-48D4-A7CA-9E69F5ABBEA0}" presName="sp" presStyleCnt="0"/>
      <dgm:spPr/>
    </dgm:pt>
    <dgm:pt modelId="{45F53AA8-55B8-4B42-B082-3FDB75DFA00B}" type="pres">
      <dgm:prSet presAssocID="{D1A7DBB9-4AF1-4431-B36F-25713D836ACD}" presName="linNode" presStyleCnt="0"/>
      <dgm:spPr/>
    </dgm:pt>
    <dgm:pt modelId="{E368A5BC-4E95-49BF-B8D3-C2649951F0A2}" type="pres">
      <dgm:prSet presAssocID="{D1A7DBB9-4AF1-4431-B36F-25713D836ACD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26F4B6BF-3783-4C34-A29F-C66E29AE4DFA}" type="pres">
      <dgm:prSet presAssocID="{D1A7DBB9-4AF1-4431-B36F-25713D836ACD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3BEAA30F-A18D-46C6-8238-C6367392AA47}" type="presOf" srcId="{FC3E7BB6-8D57-46B1-A75D-557D211A948F}" destId="{ADE944B8-9ED3-415E-B6D7-0A0CD8CEEC72}" srcOrd="0" destOrd="0" presId="urn:microsoft.com/office/officeart/2016/7/layout/VerticalSolidActionList"/>
    <dgm:cxn modelId="{DC3D052A-C20B-4DB2-9BA5-B09CCE851E60}" srcId="{D1A7DBB9-4AF1-4431-B36F-25713D836ACD}" destId="{00AD962A-FB15-4FCF-9F51-F1AA8460FB32}" srcOrd="0" destOrd="0" parTransId="{FBB40A51-2008-47F5-994C-C471CEA8CEC8}" sibTransId="{6C75F2BB-999A-4659-8716-309A86DD789E}"/>
    <dgm:cxn modelId="{14B52238-EA83-4A48-A2C9-310FCDC763C2}" type="presOf" srcId="{167B40E7-3A4A-4266-AFB5-43E173F490B3}" destId="{7C390003-6755-49AA-81E8-7AE9DFC7385B}" srcOrd="0" destOrd="0" presId="urn:microsoft.com/office/officeart/2016/7/layout/VerticalSolidActionList"/>
    <dgm:cxn modelId="{D535153B-0308-4555-AA5E-7A374DEF487D}" type="presOf" srcId="{34E86301-3E56-42CD-B5AB-87A93B291249}" destId="{F04F23EE-9421-4F76-83B5-7EC5F3A1FB3B}" srcOrd="0" destOrd="0" presId="urn:microsoft.com/office/officeart/2016/7/layout/VerticalSolidActionList"/>
    <dgm:cxn modelId="{7DC4363C-6CB7-4588-B38E-B7CC7A563E6C}" srcId="{FC3E7BB6-8D57-46B1-A75D-557D211A948F}" destId="{BA49D68E-6466-4AE1-B2EA-64E65E5B4682}" srcOrd="0" destOrd="0" parTransId="{11150D81-0C5D-46B1-9004-F45C73862B18}" sibTransId="{54E4D5C0-7285-4EBC-83F8-8811130EFDF8}"/>
    <dgm:cxn modelId="{5F091D64-283A-46CA-9D63-446B53F220F3}" srcId="{278BAF07-D7A8-4864-84B6-0BCF7315F4B0}" destId="{B6ADD783-A68D-44F9-BFD0-B2EE72A12C18}" srcOrd="0" destOrd="0" parTransId="{606A9015-E79A-4DF5-82F8-4F1D9A68D5F4}" sibTransId="{E31F9A67-E67E-45BA-9FB8-4ACF2390D3B6}"/>
    <dgm:cxn modelId="{3952E645-F189-47B3-91E8-F6F0B75CEC79}" srcId="{34E86301-3E56-42CD-B5AB-87A93B291249}" destId="{167B40E7-3A4A-4266-AFB5-43E173F490B3}" srcOrd="1" destOrd="0" parTransId="{1F7B1B5B-5FB3-4AEC-A692-533731471613}" sibTransId="{2F4992E9-A8BA-4E3B-AF27-2F030F2A2E4A}"/>
    <dgm:cxn modelId="{E4151F4E-C04C-41DB-8E24-0DECF43C3268}" srcId="{167B40E7-3A4A-4266-AFB5-43E173F490B3}" destId="{25373590-02CF-44C4-B495-B3CF783C4158}" srcOrd="0" destOrd="0" parTransId="{DB45E2E9-E212-4F82-BE86-19B597B51EC0}" sibTransId="{31086517-3BDE-43BB-BB9A-3FEAAC6BD4F7}"/>
    <dgm:cxn modelId="{B898B172-B75D-4AA5-957A-ECE4B251EEA0}" srcId="{34E86301-3E56-42CD-B5AB-87A93B291249}" destId="{FC3E7BB6-8D57-46B1-A75D-557D211A948F}" srcOrd="3" destOrd="0" parTransId="{F63C0C56-29F8-4627-B054-968D81CF42A8}" sibTransId="{BC794652-611F-48D4-A7CA-9E69F5ABBEA0}"/>
    <dgm:cxn modelId="{94352474-0C85-487E-BE3B-52A7655DFBEE}" type="presOf" srcId="{D1A7DBB9-4AF1-4431-B36F-25713D836ACD}" destId="{E368A5BC-4E95-49BF-B8D3-C2649951F0A2}" srcOrd="0" destOrd="0" presId="urn:microsoft.com/office/officeart/2016/7/layout/VerticalSolidActionList"/>
    <dgm:cxn modelId="{0E066674-8ED1-4531-B411-EC0E8B85A674}" type="presOf" srcId="{00AD962A-FB15-4FCF-9F51-F1AA8460FB32}" destId="{26F4B6BF-3783-4C34-A29F-C66E29AE4DFA}" srcOrd="0" destOrd="0" presId="urn:microsoft.com/office/officeart/2016/7/layout/VerticalSolidActionList"/>
    <dgm:cxn modelId="{5DCEF278-22BC-4C77-8ACE-FA1C6C8EA88D}" type="presOf" srcId="{B6ADD783-A68D-44F9-BFD0-B2EE72A12C18}" destId="{02779477-EB82-4198-9CE0-5583F3D85BB4}" srcOrd="0" destOrd="0" presId="urn:microsoft.com/office/officeart/2016/7/layout/VerticalSolidActionList"/>
    <dgm:cxn modelId="{71810F8F-0799-431F-8CF8-871B49705FDB}" type="presOf" srcId="{278BAF07-D7A8-4864-84B6-0BCF7315F4B0}" destId="{289B9A30-0DE5-4459-BB83-58C213716468}" srcOrd="0" destOrd="0" presId="urn:microsoft.com/office/officeart/2016/7/layout/VerticalSolidActionList"/>
    <dgm:cxn modelId="{3B5C0198-FDF7-4DE4-BE09-0AADFB47670E}" srcId="{34E86301-3E56-42CD-B5AB-87A93B291249}" destId="{D1A7DBB9-4AF1-4431-B36F-25713D836ACD}" srcOrd="4" destOrd="0" parTransId="{BDAFDCA0-E536-4637-B0AE-841CA28D5C0A}" sibTransId="{817C1C6C-BE1C-405D-866B-3DD8F64A96D7}"/>
    <dgm:cxn modelId="{F447F699-DED0-4BDF-ADAC-B3793A7F63F0}" type="presOf" srcId="{BA49D68E-6466-4AE1-B2EA-64E65E5B4682}" destId="{11451BFF-B2E8-4794-B2F2-0197389210B7}" srcOrd="0" destOrd="0" presId="urn:microsoft.com/office/officeart/2016/7/layout/VerticalSolidActionList"/>
    <dgm:cxn modelId="{F9D3209E-EF5B-4B0A-BF2F-F7C65DDB05EA}" type="presOf" srcId="{8F47DFE0-CD4F-4A87-80F4-0B6837109AF7}" destId="{5BFB4707-18E9-448F-91F1-75A49E2C85B9}" srcOrd="0" destOrd="0" presId="urn:microsoft.com/office/officeart/2016/7/layout/VerticalSolidActionList"/>
    <dgm:cxn modelId="{D87D9FA8-BEB0-4C64-8579-9E77FCFFAB6D}" srcId="{34E86301-3E56-42CD-B5AB-87A93B291249}" destId="{04E76DC0-58B1-4F36-AC6B-1A572EC69986}" srcOrd="0" destOrd="0" parTransId="{726808FD-740F-415B-99CD-1BDBDDC4A736}" sibTransId="{3CC15AC5-D929-46F5-84FE-2E4C8A24D5F5}"/>
    <dgm:cxn modelId="{BFC09CAF-542C-45A9-8602-8C747CF3CACE}" type="presOf" srcId="{25373590-02CF-44C4-B495-B3CF783C4158}" destId="{C18BF7BD-8E9B-49C4-96CA-8775410F5D2C}" srcOrd="0" destOrd="0" presId="urn:microsoft.com/office/officeart/2016/7/layout/VerticalSolidActionList"/>
    <dgm:cxn modelId="{048C33B2-7858-4E69-BE2D-9C869DF7695E}" srcId="{34E86301-3E56-42CD-B5AB-87A93B291249}" destId="{278BAF07-D7A8-4864-84B6-0BCF7315F4B0}" srcOrd="2" destOrd="0" parTransId="{439A3502-8D23-48BB-8650-74B89DF4EBE8}" sibTransId="{CB0F78A9-2C48-41AC-8BF3-3F95AFEABAED}"/>
    <dgm:cxn modelId="{EE2CDBB6-9358-4A22-ADFE-4E367E00226C}" type="presOf" srcId="{04E76DC0-58B1-4F36-AC6B-1A572EC69986}" destId="{4850A6B2-7E8B-4730-B4E4-5394BC0208CA}" srcOrd="0" destOrd="0" presId="urn:microsoft.com/office/officeart/2016/7/layout/VerticalSolidActionList"/>
    <dgm:cxn modelId="{15E9BCC0-5CB1-4A88-B88A-E34AEC4DF9D0}" srcId="{04E76DC0-58B1-4F36-AC6B-1A572EC69986}" destId="{8F47DFE0-CD4F-4A87-80F4-0B6837109AF7}" srcOrd="0" destOrd="0" parTransId="{59D06FBF-6F0A-48F3-824F-4EF5294439E5}" sibTransId="{C83CE49B-635A-4009-876F-7DF1EF05E20E}"/>
    <dgm:cxn modelId="{528EC41D-BB5C-400F-9261-648EA4D42A59}" type="presParOf" srcId="{F04F23EE-9421-4F76-83B5-7EC5F3A1FB3B}" destId="{56FDB047-71C7-4DFD-AB62-9B5FDEC14436}" srcOrd="0" destOrd="0" presId="urn:microsoft.com/office/officeart/2016/7/layout/VerticalSolidActionList"/>
    <dgm:cxn modelId="{F481CF54-DA03-46D2-A16C-A37038DABB20}" type="presParOf" srcId="{56FDB047-71C7-4DFD-AB62-9B5FDEC14436}" destId="{4850A6B2-7E8B-4730-B4E4-5394BC0208CA}" srcOrd="0" destOrd="0" presId="urn:microsoft.com/office/officeart/2016/7/layout/VerticalSolidActionList"/>
    <dgm:cxn modelId="{A4A6FCCB-0165-48B7-95E3-DB272EC1F936}" type="presParOf" srcId="{56FDB047-71C7-4DFD-AB62-9B5FDEC14436}" destId="{5BFB4707-18E9-448F-91F1-75A49E2C85B9}" srcOrd="1" destOrd="0" presId="urn:microsoft.com/office/officeart/2016/7/layout/VerticalSolidActionList"/>
    <dgm:cxn modelId="{F4EDC456-3CCF-41D4-BA74-40BE5647CED6}" type="presParOf" srcId="{F04F23EE-9421-4F76-83B5-7EC5F3A1FB3B}" destId="{E2FA1784-3131-48FF-8A0F-C6642E771A7C}" srcOrd="1" destOrd="0" presId="urn:microsoft.com/office/officeart/2016/7/layout/VerticalSolidActionList"/>
    <dgm:cxn modelId="{AD928095-DBE5-48D8-B217-43C34AC7A6CE}" type="presParOf" srcId="{F04F23EE-9421-4F76-83B5-7EC5F3A1FB3B}" destId="{39A01A72-ADFA-4697-9812-9BF1C8C5AAB4}" srcOrd="2" destOrd="0" presId="urn:microsoft.com/office/officeart/2016/7/layout/VerticalSolidActionList"/>
    <dgm:cxn modelId="{9BEDF54A-AB80-4F34-AC54-C6F511AAC915}" type="presParOf" srcId="{39A01A72-ADFA-4697-9812-9BF1C8C5AAB4}" destId="{7C390003-6755-49AA-81E8-7AE9DFC7385B}" srcOrd="0" destOrd="0" presId="urn:microsoft.com/office/officeart/2016/7/layout/VerticalSolidActionList"/>
    <dgm:cxn modelId="{350922FB-DC79-4229-B8EB-C2B68C1AC996}" type="presParOf" srcId="{39A01A72-ADFA-4697-9812-9BF1C8C5AAB4}" destId="{C18BF7BD-8E9B-49C4-96CA-8775410F5D2C}" srcOrd="1" destOrd="0" presId="urn:microsoft.com/office/officeart/2016/7/layout/VerticalSolidActionList"/>
    <dgm:cxn modelId="{4FE9BA30-BA57-488B-A1F8-650DAD1E1D0B}" type="presParOf" srcId="{F04F23EE-9421-4F76-83B5-7EC5F3A1FB3B}" destId="{356E8ACD-A32F-457C-B305-E26226B800F5}" srcOrd="3" destOrd="0" presId="urn:microsoft.com/office/officeart/2016/7/layout/VerticalSolidActionList"/>
    <dgm:cxn modelId="{6A0C03DF-38E9-442F-9EBB-889817234CBA}" type="presParOf" srcId="{F04F23EE-9421-4F76-83B5-7EC5F3A1FB3B}" destId="{89DA8024-1B9E-4DED-961B-C7C7113B2784}" srcOrd="4" destOrd="0" presId="urn:microsoft.com/office/officeart/2016/7/layout/VerticalSolidActionList"/>
    <dgm:cxn modelId="{76E475EE-6CEF-41EF-80DA-666BF1DE9E79}" type="presParOf" srcId="{89DA8024-1B9E-4DED-961B-C7C7113B2784}" destId="{289B9A30-0DE5-4459-BB83-58C213716468}" srcOrd="0" destOrd="0" presId="urn:microsoft.com/office/officeart/2016/7/layout/VerticalSolidActionList"/>
    <dgm:cxn modelId="{293DCB31-9ADF-4567-B495-82127423DEF9}" type="presParOf" srcId="{89DA8024-1B9E-4DED-961B-C7C7113B2784}" destId="{02779477-EB82-4198-9CE0-5583F3D85BB4}" srcOrd="1" destOrd="0" presId="urn:microsoft.com/office/officeart/2016/7/layout/VerticalSolidActionList"/>
    <dgm:cxn modelId="{D0B385C5-EFAA-4F44-8AAD-B586BD36FC28}" type="presParOf" srcId="{F04F23EE-9421-4F76-83B5-7EC5F3A1FB3B}" destId="{92119142-370C-4D26-8833-172EF433AC07}" srcOrd="5" destOrd="0" presId="urn:microsoft.com/office/officeart/2016/7/layout/VerticalSolidActionList"/>
    <dgm:cxn modelId="{0E5C8E04-90E0-4746-9B75-617223A13E28}" type="presParOf" srcId="{F04F23EE-9421-4F76-83B5-7EC5F3A1FB3B}" destId="{C51C584E-2D9D-4546-B46A-FB2D961C60A2}" srcOrd="6" destOrd="0" presId="urn:microsoft.com/office/officeart/2016/7/layout/VerticalSolidActionList"/>
    <dgm:cxn modelId="{1F53BB81-1125-4551-BC4D-8AA03349F005}" type="presParOf" srcId="{C51C584E-2D9D-4546-B46A-FB2D961C60A2}" destId="{ADE944B8-9ED3-415E-B6D7-0A0CD8CEEC72}" srcOrd="0" destOrd="0" presId="urn:microsoft.com/office/officeart/2016/7/layout/VerticalSolidActionList"/>
    <dgm:cxn modelId="{E02AF13D-C32E-46AF-8BA8-92A27C9D214A}" type="presParOf" srcId="{C51C584E-2D9D-4546-B46A-FB2D961C60A2}" destId="{11451BFF-B2E8-4794-B2F2-0197389210B7}" srcOrd="1" destOrd="0" presId="urn:microsoft.com/office/officeart/2016/7/layout/VerticalSolidActionList"/>
    <dgm:cxn modelId="{9F95486F-5ED5-4E17-A745-5EDB56056D1D}" type="presParOf" srcId="{F04F23EE-9421-4F76-83B5-7EC5F3A1FB3B}" destId="{BC28EF4B-D0CF-4D34-B10D-5EE47A7497B9}" srcOrd="7" destOrd="0" presId="urn:microsoft.com/office/officeart/2016/7/layout/VerticalSolidActionList"/>
    <dgm:cxn modelId="{462A260D-7ABD-43D4-9A59-F61131198AB1}" type="presParOf" srcId="{F04F23EE-9421-4F76-83B5-7EC5F3A1FB3B}" destId="{45F53AA8-55B8-4B42-B082-3FDB75DFA00B}" srcOrd="8" destOrd="0" presId="urn:microsoft.com/office/officeart/2016/7/layout/VerticalSolidActionList"/>
    <dgm:cxn modelId="{B2CED8BE-8B2F-4FED-AA0D-0192382FC377}" type="presParOf" srcId="{45F53AA8-55B8-4B42-B082-3FDB75DFA00B}" destId="{E368A5BC-4E95-49BF-B8D3-C2649951F0A2}" srcOrd="0" destOrd="0" presId="urn:microsoft.com/office/officeart/2016/7/layout/VerticalSolidActionList"/>
    <dgm:cxn modelId="{9B1764C1-62DF-4EA1-A2B3-2F79E85F00C2}" type="presParOf" srcId="{45F53AA8-55B8-4B42-B082-3FDB75DFA00B}" destId="{26F4B6BF-3783-4C34-A29F-C66E29AE4DF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5A8DB28-26EE-41C6-AD89-B2A23E6BF4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7A3643-E475-4598-9172-1D7FD3AC5C89}">
      <dgm:prSet/>
      <dgm:spPr/>
      <dgm:t>
        <a:bodyPr/>
        <a:lstStyle/>
        <a:p>
          <a:r>
            <a:rPr lang="en-US" b="1" dirty="0"/>
            <a:t>Saga Pattern</a:t>
          </a:r>
          <a:r>
            <a:rPr lang="en-US" dirty="0"/>
            <a:t>: Managing distributed transactions</a:t>
          </a:r>
        </a:p>
      </dgm:t>
    </dgm:pt>
    <dgm:pt modelId="{5997860A-E279-4A61-BC50-82E0B0618EA6}" type="parTrans" cxnId="{72D89FE2-7A09-45E8-9A8B-23F4D0FE4E2B}">
      <dgm:prSet/>
      <dgm:spPr/>
      <dgm:t>
        <a:bodyPr/>
        <a:lstStyle/>
        <a:p>
          <a:endParaRPr lang="en-US"/>
        </a:p>
      </dgm:t>
    </dgm:pt>
    <dgm:pt modelId="{B9C62320-1714-43A4-A4A2-99348B124727}" type="sibTrans" cxnId="{72D89FE2-7A09-45E8-9A8B-23F4D0FE4E2B}">
      <dgm:prSet/>
      <dgm:spPr/>
      <dgm:t>
        <a:bodyPr/>
        <a:lstStyle/>
        <a:p>
          <a:endParaRPr lang="en-US"/>
        </a:p>
      </dgm:t>
    </dgm:pt>
    <dgm:pt modelId="{CAF89E47-E32E-4F40-82FC-ABAC662E32D8}">
      <dgm:prSet/>
      <dgm:spPr/>
      <dgm:t>
        <a:bodyPr/>
        <a:lstStyle/>
        <a:p>
          <a:r>
            <a:rPr lang="en-US" b="1" dirty="0"/>
            <a:t>Circuit Breaker</a:t>
          </a:r>
          <a:r>
            <a:rPr lang="en-US" dirty="0"/>
            <a:t>: Preventing cascading failures </a:t>
          </a:r>
        </a:p>
      </dgm:t>
    </dgm:pt>
    <dgm:pt modelId="{491928A2-2D9A-4660-85E2-45C91FC8123C}" type="parTrans" cxnId="{0230DF99-E09E-4B35-9635-B07A8BC14CF5}">
      <dgm:prSet/>
      <dgm:spPr/>
      <dgm:t>
        <a:bodyPr/>
        <a:lstStyle/>
        <a:p>
          <a:endParaRPr lang="en-US"/>
        </a:p>
      </dgm:t>
    </dgm:pt>
    <dgm:pt modelId="{BDD1DE9E-A388-4F7C-A1C2-8EAB07B7146B}" type="sibTrans" cxnId="{0230DF99-E09E-4B35-9635-B07A8BC14CF5}">
      <dgm:prSet/>
      <dgm:spPr/>
      <dgm:t>
        <a:bodyPr/>
        <a:lstStyle/>
        <a:p>
          <a:endParaRPr lang="en-US"/>
        </a:p>
      </dgm:t>
    </dgm:pt>
    <dgm:pt modelId="{32EC21C9-CD85-458D-AE3B-69D90C790202}">
      <dgm:prSet/>
      <dgm:spPr/>
      <dgm:t>
        <a:bodyPr/>
        <a:lstStyle/>
        <a:p>
          <a:r>
            <a:rPr lang="en-US" b="1" dirty="0"/>
            <a:t>API Gateway</a:t>
          </a:r>
          <a:r>
            <a:rPr lang="en-US" dirty="0"/>
            <a:t>: Unified service entry point</a:t>
          </a:r>
        </a:p>
      </dgm:t>
    </dgm:pt>
    <dgm:pt modelId="{BE01F046-3DFA-4EDE-9A14-E2502A9DFD5B}" type="parTrans" cxnId="{204CFDEE-358E-4010-AA9A-305B9BBACB2A}">
      <dgm:prSet/>
      <dgm:spPr/>
      <dgm:t>
        <a:bodyPr/>
        <a:lstStyle/>
        <a:p>
          <a:endParaRPr lang="en-US"/>
        </a:p>
      </dgm:t>
    </dgm:pt>
    <dgm:pt modelId="{550B7E61-3665-49C9-9201-49D3D03FD909}" type="sibTrans" cxnId="{204CFDEE-358E-4010-AA9A-305B9BBACB2A}">
      <dgm:prSet/>
      <dgm:spPr/>
      <dgm:t>
        <a:bodyPr/>
        <a:lstStyle/>
        <a:p>
          <a:endParaRPr lang="en-US"/>
        </a:p>
      </dgm:t>
    </dgm:pt>
    <dgm:pt modelId="{E0403F8D-AF16-409A-AFDA-E43E76CEAB6D}" type="pres">
      <dgm:prSet presAssocID="{E5A8DB28-26EE-41C6-AD89-B2A23E6BF44E}" presName="root" presStyleCnt="0">
        <dgm:presLayoutVars>
          <dgm:dir/>
          <dgm:resizeHandles val="exact"/>
        </dgm:presLayoutVars>
      </dgm:prSet>
      <dgm:spPr/>
    </dgm:pt>
    <dgm:pt modelId="{BB42E962-93E2-4526-9CCA-17EE4C4ABE2D}" type="pres">
      <dgm:prSet presAssocID="{A67A3643-E475-4598-9172-1D7FD3AC5C89}" presName="compNode" presStyleCnt="0"/>
      <dgm:spPr/>
    </dgm:pt>
    <dgm:pt modelId="{9B9840CC-1867-454A-A14E-40D056E622E9}" type="pres">
      <dgm:prSet presAssocID="{A67A3643-E475-4598-9172-1D7FD3AC5C89}" presName="bgRect" presStyleLbl="bgShp" presStyleIdx="0" presStyleCnt="3"/>
      <dgm:spPr/>
    </dgm:pt>
    <dgm:pt modelId="{F9E96F31-AE9C-465E-B4F0-83FE535DE208}" type="pres">
      <dgm:prSet presAssocID="{A67A3643-E475-4598-9172-1D7FD3AC5C8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592FCE1-F12B-40A1-B35A-D0455679FA03}" type="pres">
      <dgm:prSet presAssocID="{A67A3643-E475-4598-9172-1D7FD3AC5C89}" presName="spaceRect" presStyleCnt="0"/>
      <dgm:spPr/>
    </dgm:pt>
    <dgm:pt modelId="{F8F6CDDC-1085-4A90-A220-A9E2CD080CE0}" type="pres">
      <dgm:prSet presAssocID="{A67A3643-E475-4598-9172-1D7FD3AC5C89}" presName="parTx" presStyleLbl="revTx" presStyleIdx="0" presStyleCnt="3">
        <dgm:presLayoutVars>
          <dgm:chMax val="0"/>
          <dgm:chPref val="0"/>
        </dgm:presLayoutVars>
      </dgm:prSet>
      <dgm:spPr/>
    </dgm:pt>
    <dgm:pt modelId="{C8C6521C-1405-424A-A185-941B95E2F70A}" type="pres">
      <dgm:prSet presAssocID="{B9C62320-1714-43A4-A4A2-99348B124727}" presName="sibTrans" presStyleCnt="0"/>
      <dgm:spPr/>
    </dgm:pt>
    <dgm:pt modelId="{C1416093-41D4-4CE8-8724-DC27B758BE09}" type="pres">
      <dgm:prSet presAssocID="{CAF89E47-E32E-4F40-82FC-ABAC662E32D8}" presName="compNode" presStyleCnt="0"/>
      <dgm:spPr/>
    </dgm:pt>
    <dgm:pt modelId="{27AB0519-6D64-463E-9F43-17F1E7AD998B}" type="pres">
      <dgm:prSet presAssocID="{CAF89E47-E32E-4F40-82FC-ABAC662E32D8}" presName="bgRect" presStyleLbl="bgShp" presStyleIdx="1" presStyleCnt="3"/>
      <dgm:spPr/>
    </dgm:pt>
    <dgm:pt modelId="{B1144DB9-842F-4902-B435-63F660880E1E}" type="pres">
      <dgm:prSet presAssocID="{CAF89E47-E32E-4F40-82FC-ABAC662E32D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C40F25AF-7644-4516-BF99-0AFA73C4AEE8}" type="pres">
      <dgm:prSet presAssocID="{CAF89E47-E32E-4F40-82FC-ABAC662E32D8}" presName="spaceRect" presStyleCnt="0"/>
      <dgm:spPr/>
    </dgm:pt>
    <dgm:pt modelId="{20CB8250-E802-4A3F-BF42-4BA533B2FAE6}" type="pres">
      <dgm:prSet presAssocID="{CAF89E47-E32E-4F40-82FC-ABAC662E32D8}" presName="parTx" presStyleLbl="revTx" presStyleIdx="1" presStyleCnt="3">
        <dgm:presLayoutVars>
          <dgm:chMax val="0"/>
          <dgm:chPref val="0"/>
        </dgm:presLayoutVars>
      </dgm:prSet>
      <dgm:spPr/>
    </dgm:pt>
    <dgm:pt modelId="{0CA92D27-A272-4A00-8505-542C76CEC0A2}" type="pres">
      <dgm:prSet presAssocID="{BDD1DE9E-A388-4F7C-A1C2-8EAB07B7146B}" presName="sibTrans" presStyleCnt="0"/>
      <dgm:spPr/>
    </dgm:pt>
    <dgm:pt modelId="{FD740665-6602-45EC-B4B1-3AE70218E5E3}" type="pres">
      <dgm:prSet presAssocID="{32EC21C9-CD85-458D-AE3B-69D90C790202}" presName="compNode" presStyleCnt="0"/>
      <dgm:spPr/>
    </dgm:pt>
    <dgm:pt modelId="{904E0FBE-AB7A-4812-B903-377078563CB6}" type="pres">
      <dgm:prSet presAssocID="{32EC21C9-CD85-458D-AE3B-69D90C790202}" presName="bgRect" presStyleLbl="bgShp" presStyleIdx="2" presStyleCnt="3"/>
      <dgm:spPr/>
    </dgm:pt>
    <dgm:pt modelId="{975B3BF0-9C2C-4903-8DF2-79D7327F0C44}" type="pres">
      <dgm:prSet presAssocID="{32EC21C9-CD85-458D-AE3B-69D90C79020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CEA585F-5A99-4713-9CFD-56F3D8929751}" type="pres">
      <dgm:prSet presAssocID="{32EC21C9-CD85-458D-AE3B-69D90C790202}" presName="spaceRect" presStyleCnt="0"/>
      <dgm:spPr/>
    </dgm:pt>
    <dgm:pt modelId="{7226B65C-D726-4F25-A7E6-769CE511E82A}" type="pres">
      <dgm:prSet presAssocID="{32EC21C9-CD85-458D-AE3B-69D90C79020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366816-C3A6-4B50-9CCB-F69B5E47CA7D}" type="presOf" srcId="{E5A8DB28-26EE-41C6-AD89-B2A23E6BF44E}" destId="{E0403F8D-AF16-409A-AFDA-E43E76CEAB6D}" srcOrd="0" destOrd="0" presId="urn:microsoft.com/office/officeart/2018/2/layout/IconVerticalSolidList"/>
    <dgm:cxn modelId="{0C36A21D-7370-4912-BB5A-88E62E104908}" type="presOf" srcId="{A67A3643-E475-4598-9172-1D7FD3AC5C89}" destId="{F8F6CDDC-1085-4A90-A220-A9E2CD080CE0}" srcOrd="0" destOrd="0" presId="urn:microsoft.com/office/officeart/2018/2/layout/IconVerticalSolidList"/>
    <dgm:cxn modelId="{E03DFE3F-9336-4285-B090-60F72AEB45A3}" type="presOf" srcId="{CAF89E47-E32E-4F40-82FC-ABAC662E32D8}" destId="{20CB8250-E802-4A3F-BF42-4BA533B2FAE6}" srcOrd="0" destOrd="0" presId="urn:microsoft.com/office/officeart/2018/2/layout/IconVerticalSolidList"/>
    <dgm:cxn modelId="{3DF6A163-07DA-49F1-9A72-7C75286CEA4F}" type="presOf" srcId="{32EC21C9-CD85-458D-AE3B-69D90C790202}" destId="{7226B65C-D726-4F25-A7E6-769CE511E82A}" srcOrd="0" destOrd="0" presId="urn:microsoft.com/office/officeart/2018/2/layout/IconVerticalSolidList"/>
    <dgm:cxn modelId="{0230DF99-E09E-4B35-9635-B07A8BC14CF5}" srcId="{E5A8DB28-26EE-41C6-AD89-B2A23E6BF44E}" destId="{CAF89E47-E32E-4F40-82FC-ABAC662E32D8}" srcOrd="1" destOrd="0" parTransId="{491928A2-2D9A-4660-85E2-45C91FC8123C}" sibTransId="{BDD1DE9E-A388-4F7C-A1C2-8EAB07B7146B}"/>
    <dgm:cxn modelId="{72D89FE2-7A09-45E8-9A8B-23F4D0FE4E2B}" srcId="{E5A8DB28-26EE-41C6-AD89-B2A23E6BF44E}" destId="{A67A3643-E475-4598-9172-1D7FD3AC5C89}" srcOrd="0" destOrd="0" parTransId="{5997860A-E279-4A61-BC50-82E0B0618EA6}" sibTransId="{B9C62320-1714-43A4-A4A2-99348B124727}"/>
    <dgm:cxn modelId="{204CFDEE-358E-4010-AA9A-305B9BBACB2A}" srcId="{E5A8DB28-26EE-41C6-AD89-B2A23E6BF44E}" destId="{32EC21C9-CD85-458D-AE3B-69D90C790202}" srcOrd="2" destOrd="0" parTransId="{BE01F046-3DFA-4EDE-9A14-E2502A9DFD5B}" sibTransId="{550B7E61-3665-49C9-9201-49D3D03FD909}"/>
    <dgm:cxn modelId="{6D2C3E0F-9348-45A4-86E1-8DBD0A02A5A5}" type="presParOf" srcId="{E0403F8D-AF16-409A-AFDA-E43E76CEAB6D}" destId="{BB42E962-93E2-4526-9CCA-17EE4C4ABE2D}" srcOrd="0" destOrd="0" presId="urn:microsoft.com/office/officeart/2018/2/layout/IconVerticalSolidList"/>
    <dgm:cxn modelId="{EB688A2F-AAE2-478C-997D-71591AD76565}" type="presParOf" srcId="{BB42E962-93E2-4526-9CCA-17EE4C4ABE2D}" destId="{9B9840CC-1867-454A-A14E-40D056E622E9}" srcOrd="0" destOrd="0" presId="urn:microsoft.com/office/officeart/2018/2/layout/IconVerticalSolidList"/>
    <dgm:cxn modelId="{ABA5A550-0CB3-44F0-A8BE-49CA7A7B4D06}" type="presParOf" srcId="{BB42E962-93E2-4526-9CCA-17EE4C4ABE2D}" destId="{F9E96F31-AE9C-465E-B4F0-83FE535DE208}" srcOrd="1" destOrd="0" presId="urn:microsoft.com/office/officeart/2018/2/layout/IconVerticalSolidList"/>
    <dgm:cxn modelId="{69F23A32-7586-4C07-813C-6D171A7856D1}" type="presParOf" srcId="{BB42E962-93E2-4526-9CCA-17EE4C4ABE2D}" destId="{2592FCE1-F12B-40A1-B35A-D0455679FA03}" srcOrd="2" destOrd="0" presId="urn:microsoft.com/office/officeart/2018/2/layout/IconVerticalSolidList"/>
    <dgm:cxn modelId="{7990E26E-980C-427D-99D5-3A9BDA3D3041}" type="presParOf" srcId="{BB42E962-93E2-4526-9CCA-17EE4C4ABE2D}" destId="{F8F6CDDC-1085-4A90-A220-A9E2CD080CE0}" srcOrd="3" destOrd="0" presId="urn:microsoft.com/office/officeart/2018/2/layout/IconVerticalSolidList"/>
    <dgm:cxn modelId="{E7617438-CE1F-40AC-A768-E837FAE6A230}" type="presParOf" srcId="{E0403F8D-AF16-409A-AFDA-E43E76CEAB6D}" destId="{C8C6521C-1405-424A-A185-941B95E2F70A}" srcOrd="1" destOrd="0" presId="urn:microsoft.com/office/officeart/2018/2/layout/IconVerticalSolidList"/>
    <dgm:cxn modelId="{388A0A22-9748-49B8-AB7B-A9BFF23C2B71}" type="presParOf" srcId="{E0403F8D-AF16-409A-AFDA-E43E76CEAB6D}" destId="{C1416093-41D4-4CE8-8724-DC27B758BE09}" srcOrd="2" destOrd="0" presId="urn:microsoft.com/office/officeart/2018/2/layout/IconVerticalSolidList"/>
    <dgm:cxn modelId="{370DB3AD-CB22-4B18-86F1-5C1C7C347D96}" type="presParOf" srcId="{C1416093-41D4-4CE8-8724-DC27B758BE09}" destId="{27AB0519-6D64-463E-9F43-17F1E7AD998B}" srcOrd="0" destOrd="0" presId="urn:microsoft.com/office/officeart/2018/2/layout/IconVerticalSolidList"/>
    <dgm:cxn modelId="{2672D44C-CA96-4CB6-90BE-D61EA9ED6F83}" type="presParOf" srcId="{C1416093-41D4-4CE8-8724-DC27B758BE09}" destId="{B1144DB9-842F-4902-B435-63F660880E1E}" srcOrd="1" destOrd="0" presId="urn:microsoft.com/office/officeart/2018/2/layout/IconVerticalSolidList"/>
    <dgm:cxn modelId="{5180B6C7-3846-4863-AB3F-D75F838069F6}" type="presParOf" srcId="{C1416093-41D4-4CE8-8724-DC27B758BE09}" destId="{C40F25AF-7644-4516-BF99-0AFA73C4AEE8}" srcOrd="2" destOrd="0" presId="urn:microsoft.com/office/officeart/2018/2/layout/IconVerticalSolidList"/>
    <dgm:cxn modelId="{EA70753D-2190-49EA-A9FD-0E30C5261B01}" type="presParOf" srcId="{C1416093-41D4-4CE8-8724-DC27B758BE09}" destId="{20CB8250-E802-4A3F-BF42-4BA533B2FAE6}" srcOrd="3" destOrd="0" presId="urn:microsoft.com/office/officeart/2018/2/layout/IconVerticalSolidList"/>
    <dgm:cxn modelId="{81728909-AA08-48AA-8DAA-CCE7BE5C8259}" type="presParOf" srcId="{E0403F8D-AF16-409A-AFDA-E43E76CEAB6D}" destId="{0CA92D27-A272-4A00-8505-542C76CEC0A2}" srcOrd="3" destOrd="0" presId="urn:microsoft.com/office/officeart/2018/2/layout/IconVerticalSolidList"/>
    <dgm:cxn modelId="{63C62147-BF94-4AF0-B8AA-9A83446C666B}" type="presParOf" srcId="{E0403F8D-AF16-409A-AFDA-E43E76CEAB6D}" destId="{FD740665-6602-45EC-B4B1-3AE70218E5E3}" srcOrd="4" destOrd="0" presId="urn:microsoft.com/office/officeart/2018/2/layout/IconVerticalSolidList"/>
    <dgm:cxn modelId="{11F941E9-BF07-46E8-8DA2-3AF218F8BBAF}" type="presParOf" srcId="{FD740665-6602-45EC-B4B1-3AE70218E5E3}" destId="{904E0FBE-AB7A-4812-B903-377078563CB6}" srcOrd="0" destOrd="0" presId="urn:microsoft.com/office/officeart/2018/2/layout/IconVerticalSolidList"/>
    <dgm:cxn modelId="{112CF322-5626-4F73-B800-5EBD10CD3BE0}" type="presParOf" srcId="{FD740665-6602-45EC-B4B1-3AE70218E5E3}" destId="{975B3BF0-9C2C-4903-8DF2-79D7327F0C44}" srcOrd="1" destOrd="0" presId="urn:microsoft.com/office/officeart/2018/2/layout/IconVerticalSolidList"/>
    <dgm:cxn modelId="{2027DFFD-731B-4DD7-99BD-6432FD0A9114}" type="presParOf" srcId="{FD740665-6602-45EC-B4B1-3AE70218E5E3}" destId="{8CEA585F-5A99-4713-9CFD-56F3D8929751}" srcOrd="2" destOrd="0" presId="urn:microsoft.com/office/officeart/2018/2/layout/IconVerticalSolidList"/>
    <dgm:cxn modelId="{A1EF454F-26F8-4D43-A32D-A377748C9A22}" type="presParOf" srcId="{FD740665-6602-45EC-B4B1-3AE70218E5E3}" destId="{7226B65C-D726-4F25-A7E6-769CE511E8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608011A-D578-4997-8F68-DB842B3AE406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D3D93E1-E0E2-4F5A-9AFA-32AB01AAFC85}">
      <dgm:prSet/>
      <dgm:spPr/>
      <dgm:t>
        <a:bodyPr/>
        <a:lstStyle/>
        <a:p>
          <a:r>
            <a:rPr lang="en-US"/>
            <a:t>CLOSED: </a:t>
          </a:r>
        </a:p>
      </dgm:t>
    </dgm:pt>
    <dgm:pt modelId="{783F75F9-63A2-42C0-9531-2C2DF1B3395B}" type="parTrans" cxnId="{AB821A04-173D-48F1-9218-61C7B8410DAF}">
      <dgm:prSet/>
      <dgm:spPr/>
      <dgm:t>
        <a:bodyPr/>
        <a:lstStyle/>
        <a:p>
          <a:endParaRPr lang="en-US"/>
        </a:p>
      </dgm:t>
    </dgm:pt>
    <dgm:pt modelId="{AAB924A6-3A59-4C5B-8938-78B10588AB1D}" type="sibTrans" cxnId="{AB821A04-173D-48F1-9218-61C7B8410DAF}">
      <dgm:prSet/>
      <dgm:spPr/>
      <dgm:t>
        <a:bodyPr/>
        <a:lstStyle/>
        <a:p>
          <a:endParaRPr lang="en-US"/>
        </a:p>
      </dgm:t>
    </dgm:pt>
    <dgm:pt modelId="{31A6D0E5-683D-4A54-BC7D-0898FB78C983}">
      <dgm:prSet/>
      <dgm:spPr/>
      <dgm:t>
        <a:bodyPr/>
        <a:lstStyle/>
        <a:p>
          <a:r>
            <a:rPr lang="en-US"/>
            <a:t>Normal operation</a:t>
          </a:r>
        </a:p>
      </dgm:t>
    </dgm:pt>
    <dgm:pt modelId="{DE74FB18-91FA-43B7-BD33-C6D75CC7977B}" type="parTrans" cxnId="{EFB8EC4C-FFD6-4D0D-BC63-A305485FB9FC}">
      <dgm:prSet/>
      <dgm:spPr/>
      <dgm:t>
        <a:bodyPr/>
        <a:lstStyle/>
        <a:p>
          <a:endParaRPr lang="en-US"/>
        </a:p>
      </dgm:t>
    </dgm:pt>
    <dgm:pt modelId="{C03E6AE0-0829-4087-907A-B3100F6C4797}" type="sibTrans" cxnId="{EFB8EC4C-FFD6-4D0D-BC63-A305485FB9FC}">
      <dgm:prSet/>
      <dgm:spPr/>
      <dgm:t>
        <a:bodyPr/>
        <a:lstStyle/>
        <a:p>
          <a:endParaRPr lang="en-US"/>
        </a:p>
      </dgm:t>
    </dgm:pt>
    <dgm:pt modelId="{6E37FE39-35F0-4712-B83F-DB76A0580FB3}">
      <dgm:prSet/>
      <dgm:spPr/>
      <dgm:t>
        <a:bodyPr/>
        <a:lstStyle/>
        <a:p>
          <a:r>
            <a:rPr lang="en-US"/>
            <a:t>Requests pass through</a:t>
          </a:r>
        </a:p>
      </dgm:t>
    </dgm:pt>
    <dgm:pt modelId="{6110AA6D-1704-4F63-9251-CDCE9965D814}" type="parTrans" cxnId="{E49A7702-32FE-449C-847D-7AEDD5ABD9F0}">
      <dgm:prSet/>
      <dgm:spPr/>
      <dgm:t>
        <a:bodyPr/>
        <a:lstStyle/>
        <a:p>
          <a:endParaRPr lang="en-US"/>
        </a:p>
      </dgm:t>
    </dgm:pt>
    <dgm:pt modelId="{A6526A92-023C-434E-9C92-C68B4611A6D4}" type="sibTrans" cxnId="{E49A7702-32FE-449C-847D-7AEDD5ABD9F0}">
      <dgm:prSet/>
      <dgm:spPr/>
      <dgm:t>
        <a:bodyPr/>
        <a:lstStyle/>
        <a:p>
          <a:endParaRPr lang="en-US"/>
        </a:p>
      </dgm:t>
    </dgm:pt>
    <dgm:pt modelId="{AE0651B6-DFB5-4F33-B251-A826DC8094B1}">
      <dgm:prSet/>
      <dgm:spPr/>
      <dgm:t>
        <a:bodyPr/>
        <a:lstStyle/>
        <a:p>
          <a:r>
            <a:rPr lang="en-US"/>
            <a:t>OPEN</a:t>
          </a:r>
        </a:p>
      </dgm:t>
    </dgm:pt>
    <dgm:pt modelId="{52C7D700-B8B4-4130-B98C-49D5AD82DCAC}" type="parTrans" cxnId="{3A7BA20C-B5B8-4B42-8FDC-9EE975E7B461}">
      <dgm:prSet/>
      <dgm:spPr/>
      <dgm:t>
        <a:bodyPr/>
        <a:lstStyle/>
        <a:p>
          <a:endParaRPr lang="en-US"/>
        </a:p>
      </dgm:t>
    </dgm:pt>
    <dgm:pt modelId="{CD46498B-87B3-4CBA-B311-483464406BEE}" type="sibTrans" cxnId="{3A7BA20C-B5B8-4B42-8FDC-9EE975E7B461}">
      <dgm:prSet/>
      <dgm:spPr/>
      <dgm:t>
        <a:bodyPr/>
        <a:lstStyle/>
        <a:p>
          <a:endParaRPr lang="en-US"/>
        </a:p>
      </dgm:t>
    </dgm:pt>
    <dgm:pt modelId="{5672BBD3-E90B-471D-8786-D99B2BBD068C}">
      <dgm:prSet/>
      <dgm:spPr/>
      <dgm:t>
        <a:bodyPr/>
        <a:lstStyle/>
        <a:p>
          <a:r>
            <a:rPr lang="en-US"/>
            <a:t>Failures exceeded</a:t>
          </a:r>
        </a:p>
      </dgm:t>
    </dgm:pt>
    <dgm:pt modelId="{8FFF2554-A79D-4EC3-BF1A-9E3923DEF122}" type="parTrans" cxnId="{AFA1C8AD-3D82-4292-9218-B6D2142B18B2}">
      <dgm:prSet/>
      <dgm:spPr/>
      <dgm:t>
        <a:bodyPr/>
        <a:lstStyle/>
        <a:p>
          <a:endParaRPr lang="en-US"/>
        </a:p>
      </dgm:t>
    </dgm:pt>
    <dgm:pt modelId="{EFF8400A-B408-4C50-8746-AD1425B7C3E4}" type="sibTrans" cxnId="{AFA1C8AD-3D82-4292-9218-B6D2142B18B2}">
      <dgm:prSet/>
      <dgm:spPr/>
      <dgm:t>
        <a:bodyPr/>
        <a:lstStyle/>
        <a:p>
          <a:endParaRPr lang="en-US"/>
        </a:p>
      </dgm:t>
    </dgm:pt>
    <dgm:pt modelId="{B08FCA06-5630-48FF-8775-3F167CD118FC}">
      <dgm:prSet/>
      <dgm:spPr/>
      <dgm:t>
        <a:bodyPr/>
        <a:lstStyle/>
        <a:p>
          <a:r>
            <a:rPr lang="en-US"/>
            <a:t>Fail fast, no requests</a:t>
          </a:r>
        </a:p>
      </dgm:t>
    </dgm:pt>
    <dgm:pt modelId="{1A7D9C47-BEFD-4269-A28E-C2EC04160CC2}" type="parTrans" cxnId="{1DB02882-F8B1-4459-9CC0-BE226C3D3AFB}">
      <dgm:prSet/>
      <dgm:spPr/>
      <dgm:t>
        <a:bodyPr/>
        <a:lstStyle/>
        <a:p>
          <a:endParaRPr lang="en-US"/>
        </a:p>
      </dgm:t>
    </dgm:pt>
    <dgm:pt modelId="{E25C1149-43B6-43D0-8C4A-3B0B2E972903}" type="sibTrans" cxnId="{1DB02882-F8B1-4459-9CC0-BE226C3D3AFB}">
      <dgm:prSet/>
      <dgm:spPr/>
      <dgm:t>
        <a:bodyPr/>
        <a:lstStyle/>
        <a:p>
          <a:endParaRPr lang="en-US"/>
        </a:p>
      </dgm:t>
    </dgm:pt>
    <dgm:pt modelId="{F588C270-7CC2-439C-9557-5E8EC7922C9D}">
      <dgm:prSet/>
      <dgm:spPr/>
      <dgm:t>
        <a:bodyPr/>
        <a:lstStyle/>
        <a:p>
          <a:r>
            <a:rPr lang="en-US"/>
            <a:t>HALF-OPEN</a:t>
          </a:r>
        </a:p>
      </dgm:t>
    </dgm:pt>
    <dgm:pt modelId="{3BCBEE24-79EC-452E-8FF9-78EB8BFF39AC}" type="parTrans" cxnId="{524F1C1C-A439-4159-8C2C-0CCB665BE1D0}">
      <dgm:prSet/>
      <dgm:spPr/>
      <dgm:t>
        <a:bodyPr/>
        <a:lstStyle/>
        <a:p>
          <a:endParaRPr lang="en-US"/>
        </a:p>
      </dgm:t>
    </dgm:pt>
    <dgm:pt modelId="{CCAAC0C8-6CFF-4F3C-BF8C-290514714B06}" type="sibTrans" cxnId="{524F1C1C-A439-4159-8C2C-0CCB665BE1D0}">
      <dgm:prSet/>
      <dgm:spPr/>
      <dgm:t>
        <a:bodyPr/>
        <a:lstStyle/>
        <a:p>
          <a:endParaRPr lang="en-US"/>
        </a:p>
      </dgm:t>
    </dgm:pt>
    <dgm:pt modelId="{0AF05B61-5FBF-4677-A489-CE536912D090}">
      <dgm:prSet/>
      <dgm:spPr/>
      <dgm:t>
        <a:bodyPr/>
        <a:lstStyle/>
        <a:p>
          <a:r>
            <a:rPr lang="en-US"/>
            <a:t>Testing recovery</a:t>
          </a:r>
        </a:p>
      </dgm:t>
    </dgm:pt>
    <dgm:pt modelId="{0AA68C09-B20A-4567-92F9-860501311C41}" type="parTrans" cxnId="{8E852583-1922-406A-A72B-47EAAE0C8B2B}">
      <dgm:prSet/>
      <dgm:spPr/>
      <dgm:t>
        <a:bodyPr/>
        <a:lstStyle/>
        <a:p>
          <a:endParaRPr lang="en-US"/>
        </a:p>
      </dgm:t>
    </dgm:pt>
    <dgm:pt modelId="{5762C197-4A22-4467-A720-BC0DB5A3ACCD}" type="sibTrans" cxnId="{8E852583-1922-406A-A72B-47EAAE0C8B2B}">
      <dgm:prSet/>
      <dgm:spPr/>
      <dgm:t>
        <a:bodyPr/>
        <a:lstStyle/>
        <a:p>
          <a:endParaRPr lang="en-US"/>
        </a:p>
      </dgm:t>
    </dgm:pt>
    <dgm:pt modelId="{E5E9A235-F928-4A3C-9036-21D4FB947432}">
      <dgm:prSet/>
      <dgm:spPr/>
      <dgm:t>
        <a:bodyPr/>
        <a:lstStyle/>
        <a:p>
          <a:r>
            <a:rPr lang="en-US"/>
            <a:t>Limited requests allowed</a:t>
          </a:r>
        </a:p>
      </dgm:t>
    </dgm:pt>
    <dgm:pt modelId="{045B6567-4073-4D42-9F73-7A5C74F30D87}" type="parTrans" cxnId="{33089FB0-1B14-4838-8717-ED4C5CD1CE46}">
      <dgm:prSet/>
      <dgm:spPr/>
      <dgm:t>
        <a:bodyPr/>
        <a:lstStyle/>
        <a:p>
          <a:endParaRPr lang="en-US"/>
        </a:p>
      </dgm:t>
    </dgm:pt>
    <dgm:pt modelId="{B7C2690F-6C6B-457F-A37B-D6B52DA406C8}" type="sibTrans" cxnId="{33089FB0-1B14-4838-8717-ED4C5CD1CE46}">
      <dgm:prSet/>
      <dgm:spPr/>
      <dgm:t>
        <a:bodyPr/>
        <a:lstStyle/>
        <a:p>
          <a:endParaRPr lang="en-US"/>
        </a:p>
      </dgm:t>
    </dgm:pt>
    <dgm:pt modelId="{8D74A5B1-EA88-423E-9B99-8061BFC9191A}" type="pres">
      <dgm:prSet presAssocID="{4608011A-D578-4997-8F68-DB842B3AE406}" presName="Name0" presStyleCnt="0">
        <dgm:presLayoutVars>
          <dgm:dir/>
          <dgm:animLvl val="lvl"/>
          <dgm:resizeHandles val="exact"/>
        </dgm:presLayoutVars>
      </dgm:prSet>
      <dgm:spPr/>
    </dgm:pt>
    <dgm:pt modelId="{BAA8892D-F159-477D-8740-C1F399602662}" type="pres">
      <dgm:prSet presAssocID="{2D3D93E1-E0E2-4F5A-9AFA-32AB01AAFC85}" presName="composite" presStyleCnt="0"/>
      <dgm:spPr/>
    </dgm:pt>
    <dgm:pt modelId="{EDDA133A-7D80-4509-AF32-43F0B5F783ED}" type="pres">
      <dgm:prSet presAssocID="{2D3D93E1-E0E2-4F5A-9AFA-32AB01AAFC85}" presName="parTx" presStyleLbl="alignNode1" presStyleIdx="0" presStyleCnt="3">
        <dgm:presLayoutVars>
          <dgm:chMax val="0"/>
          <dgm:chPref val="0"/>
        </dgm:presLayoutVars>
      </dgm:prSet>
      <dgm:spPr/>
    </dgm:pt>
    <dgm:pt modelId="{B99E1D24-45F8-4E2B-9A3C-1CE0CCD3D4AF}" type="pres">
      <dgm:prSet presAssocID="{2D3D93E1-E0E2-4F5A-9AFA-32AB01AAFC85}" presName="desTx" presStyleLbl="alignAccFollowNode1" presStyleIdx="0" presStyleCnt="3">
        <dgm:presLayoutVars/>
      </dgm:prSet>
      <dgm:spPr/>
    </dgm:pt>
    <dgm:pt modelId="{9A267995-E2B4-4E51-B7BF-4D755115B94A}" type="pres">
      <dgm:prSet presAssocID="{AAB924A6-3A59-4C5B-8938-78B10588AB1D}" presName="space" presStyleCnt="0"/>
      <dgm:spPr/>
    </dgm:pt>
    <dgm:pt modelId="{B50C5308-96D9-41ED-B035-D1D5EA653A34}" type="pres">
      <dgm:prSet presAssocID="{AE0651B6-DFB5-4F33-B251-A826DC8094B1}" presName="composite" presStyleCnt="0"/>
      <dgm:spPr/>
    </dgm:pt>
    <dgm:pt modelId="{04F5C4FE-39FA-4115-90BA-FB5251325304}" type="pres">
      <dgm:prSet presAssocID="{AE0651B6-DFB5-4F33-B251-A826DC8094B1}" presName="parTx" presStyleLbl="alignNode1" presStyleIdx="1" presStyleCnt="3">
        <dgm:presLayoutVars>
          <dgm:chMax val="0"/>
          <dgm:chPref val="0"/>
        </dgm:presLayoutVars>
      </dgm:prSet>
      <dgm:spPr/>
    </dgm:pt>
    <dgm:pt modelId="{BB96A92E-D761-430A-87E9-03A4B1176906}" type="pres">
      <dgm:prSet presAssocID="{AE0651B6-DFB5-4F33-B251-A826DC8094B1}" presName="desTx" presStyleLbl="alignAccFollowNode1" presStyleIdx="1" presStyleCnt="3">
        <dgm:presLayoutVars/>
      </dgm:prSet>
      <dgm:spPr/>
    </dgm:pt>
    <dgm:pt modelId="{73289191-FDA6-4B82-8125-40C5C5F40122}" type="pres">
      <dgm:prSet presAssocID="{CD46498B-87B3-4CBA-B311-483464406BEE}" presName="space" presStyleCnt="0"/>
      <dgm:spPr/>
    </dgm:pt>
    <dgm:pt modelId="{AB575777-AFBE-4AB8-9148-BFC70F66431C}" type="pres">
      <dgm:prSet presAssocID="{F588C270-7CC2-439C-9557-5E8EC7922C9D}" presName="composite" presStyleCnt="0"/>
      <dgm:spPr/>
    </dgm:pt>
    <dgm:pt modelId="{EA14A395-4027-4E78-B386-302DD61047BE}" type="pres">
      <dgm:prSet presAssocID="{F588C270-7CC2-439C-9557-5E8EC7922C9D}" presName="parTx" presStyleLbl="alignNode1" presStyleIdx="2" presStyleCnt="3">
        <dgm:presLayoutVars>
          <dgm:chMax val="0"/>
          <dgm:chPref val="0"/>
        </dgm:presLayoutVars>
      </dgm:prSet>
      <dgm:spPr/>
    </dgm:pt>
    <dgm:pt modelId="{53A757CE-FF50-41AB-9B8B-428C42C91024}" type="pres">
      <dgm:prSet presAssocID="{F588C270-7CC2-439C-9557-5E8EC7922C9D}" presName="desTx" presStyleLbl="alignAccFollowNode1" presStyleIdx="2" presStyleCnt="3">
        <dgm:presLayoutVars/>
      </dgm:prSet>
      <dgm:spPr/>
    </dgm:pt>
  </dgm:ptLst>
  <dgm:cxnLst>
    <dgm:cxn modelId="{E49A7702-32FE-449C-847D-7AEDD5ABD9F0}" srcId="{2D3D93E1-E0E2-4F5A-9AFA-32AB01AAFC85}" destId="{6E37FE39-35F0-4712-B83F-DB76A0580FB3}" srcOrd="1" destOrd="0" parTransId="{6110AA6D-1704-4F63-9251-CDCE9965D814}" sibTransId="{A6526A92-023C-434E-9C92-C68B4611A6D4}"/>
    <dgm:cxn modelId="{AB821A04-173D-48F1-9218-61C7B8410DAF}" srcId="{4608011A-D578-4997-8F68-DB842B3AE406}" destId="{2D3D93E1-E0E2-4F5A-9AFA-32AB01AAFC85}" srcOrd="0" destOrd="0" parTransId="{783F75F9-63A2-42C0-9531-2C2DF1B3395B}" sibTransId="{AAB924A6-3A59-4C5B-8938-78B10588AB1D}"/>
    <dgm:cxn modelId="{3A7BA20C-B5B8-4B42-8FDC-9EE975E7B461}" srcId="{4608011A-D578-4997-8F68-DB842B3AE406}" destId="{AE0651B6-DFB5-4F33-B251-A826DC8094B1}" srcOrd="1" destOrd="0" parTransId="{52C7D700-B8B4-4130-B98C-49D5AD82DCAC}" sibTransId="{CD46498B-87B3-4CBA-B311-483464406BEE}"/>
    <dgm:cxn modelId="{6180780E-8EDB-4B47-AC0B-75B5F97668DB}" type="presOf" srcId="{E5E9A235-F928-4A3C-9036-21D4FB947432}" destId="{53A757CE-FF50-41AB-9B8B-428C42C91024}" srcOrd="0" destOrd="1" presId="urn:microsoft.com/office/officeart/2016/7/layout/ChevronBlockProcess"/>
    <dgm:cxn modelId="{FE27FA0E-0009-4F83-8AB3-6E7C36ACA5F2}" type="presOf" srcId="{31A6D0E5-683D-4A54-BC7D-0898FB78C983}" destId="{B99E1D24-45F8-4E2B-9A3C-1CE0CCD3D4AF}" srcOrd="0" destOrd="0" presId="urn:microsoft.com/office/officeart/2016/7/layout/ChevronBlockProcess"/>
    <dgm:cxn modelId="{524F1C1C-A439-4159-8C2C-0CCB665BE1D0}" srcId="{4608011A-D578-4997-8F68-DB842B3AE406}" destId="{F588C270-7CC2-439C-9557-5E8EC7922C9D}" srcOrd="2" destOrd="0" parTransId="{3BCBEE24-79EC-452E-8FF9-78EB8BFF39AC}" sibTransId="{CCAAC0C8-6CFF-4F3C-BF8C-290514714B06}"/>
    <dgm:cxn modelId="{8B91D548-9B3C-4CDB-8402-A743E4B38AC4}" type="presOf" srcId="{0AF05B61-5FBF-4677-A489-CE536912D090}" destId="{53A757CE-FF50-41AB-9B8B-428C42C91024}" srcOrd="0" destOrd="0" presId="urn:microsoft.com/office/officeart/2016/7/layout/ChevronBlockProcess"/>
    <dgm:cxn modelId="{EFB8EC4C-FFD6-4D0D-BC63-A305485FB9FC}" srcId="{2D3D93E1-E0E2-4F5A-9AFA-32AB01AAFC85}" destId="{31A6D0E5-683D-4A54-BC7D-0898FB78C983}" srcOrd="0" destOrd="0" parTransId="{DE74FB18-91FA-43B7-BD33-C6D75CC7977B}" sibTransId="{C03E6AE0-0829-4087-907A-B3100F6C4797}"/>
    <dgm:cxn modelId="{982EB37A-7A43-41EE-9502-1934BB5F38DB}" type="presOf" srcId="{F588C270-7CC2-439C-9557-5E8EC7922C9D}" destId="{EA14A395-4027-4E78-B386-302DD61047BE}" srcOrd="0" destOrd="0" presId="urn:microsoft.com/office/officeart/2016/7/layout/ChevronBlockProcess"/>
    <dgm:cxn modelId="{1DB02882-F8B1-4459-9CC0-BE226C3D3AFB}" srcId="{AE0651B6-DFB5-4F33-B251-A826DC8094B1}" destId="{B08FCA06-5630-48FF-8775-3F167CD118FC}" srcOrd="1" destOrd="0" parTransId="{1A7D9C47-BEFD-4269-A28E-C2EC04160CC2}" sibTransId="{E25C1149-43B6-43D0-8C4A-3B0B2E972903}"/>
    <dgm:cxn modelId="{8E852583-1922-406A-A72B-47EAAE0C8B2B}" srcId="{F588C270-7CC2-439C-9557-5E8EC7922C9D}" destId="{0AF05B61-5FBF-4677-A489-CE536912D090}" srcOrd="0" destOrd="0" parTransId="{0AA68C09-B20A-4567-92F9-860501311C41}" sibTransId="{5762C197-4A22-4467-A720-BC0DB5A3ACCD}"/>
    <dgm:cxn modelId="{0052F398-8EC6-4C6D-B613-DF884E742C8A}" type="presOf" srcId="{6E37FE39-35F0-4712-B83F-DB76A0580FB3}" destId="{B99E1D24-45F8-4E2B-9A3C-1CE0CCD3D4AF}" srcOrd="0" destOrd="1" presId="urn:microsoft.com/office/officeart/2016/7/layout/ChevronBlockProcess"/>
    <dgm:cxn modelId="{1FEC96A9-B610-4F37-B560-50A6686B56C5}" type="presOf" srcId="{2D3D93E1-E0E2-4F5A-9AFA-32AB01AAFC85}" destId="{EDDA133A-7D80-4509-AF32-43F0B5F783ED}" srcOrd="0" destOrd="0" presId="urn:microsoft.com/office/officeart/2016/7/layout/ChevronBlockProcess"/>
    <dgm:cxn modelId="{AFA1C8AD-3D82-4292-9218-B6D2142B18B2}" srcId="{AE0651B6-DFB5-4F33-B251-A826DC8094B1}" destId="{5672BBD3-E90B-471D-8786-D99B2BBD068C}" srcOrd="0" destOrd="0" parTransId="{8FFF2554-A79D-4EC3-BF1A-9E3923DEF122}" sibTransId="{EFF8400A-B408-4C50-8746-AD1425B7C3E4}"/>
    <dgm:cxn modelId="{33089FB0-1B14-4838-8717-ED4C5CD1CE46}" srcId="{F588C270-7CC2-439C-9557-5E8EC7922C9D}" destId="{E5E9A235-F928-4A3C-9036-21D4FB947432}" srcOrd="1" destOrd="0" parTransId="{045B6567-4073-4D42-9F73-7A5C74F30D87}" sibTransId="{B7C2690F-6C6B-457F-A37B-D6B52DA406C8}"/>
    <dgm:cxn modelId="{22269FCB-4119-4A2D-B58E-77674E5117FB}" type="presOf" srcId="{4608011A-D578-4997-8F68-DB842B3AE406}" destId="{8D74A5B1-EA88-423E-9B99-8061BFC9191A}" srcOrd="0" destOrd="0" presId="urn:microsoft.com/office/officeart/2016/7/layout/ChevronBlockProcess"/>
    <dgm:cxn modelId="{984CCACB-06A5-4AB0-9BFF-6EC8EB1EC47C}" type="presOf" srcId="{AE0651B6-DFB5-4F33-B251-A826DC8094B1}" destId="{04F5C4FE-39FA-4115-90BA-FB5251325304}" srcOrd="0" destOrd="0" presId="urn:microsoft.com/office/officeart/2016/7/layout/ChevronBlockProcess"/>
    <dgm:cxn modelId="{EDF61FDA-84B2-46E6-A8EE-9A9CB5740C3A}" type="presOf" srcId="{5672BBD3-E90B-471D-8786-D99B2BBD068C}" destId="{BB96A92E-D761-430A-87E9-03A4B1176906}" srcOrd="0" destOrd="0" presId="urn:microsoft.com/office/officeart/2016/7/layout/ChevronBlockProcess"/>
    <dgm:cxn modelId="{4F1240DB-A272-4CF6-9CA1-578934F851CD}" type="presOf" srcId="{B08FCA06-5630-48FF-8775-3F167CD118FC}" destId="{BB96A92E-D761-430A-87E9-03A4B1176906}" srcOrd="0" destOrd="1" presId="urn:microsoft.com/office/officeart/2016/7/layout/ChevronBlockProcess"/>
    <dgm:cxn modelId="{2554E57F-84BD-4715-9FA3-5695E15D638B}" type="presParOf" srcId="{8D74A5B1-EA88-423E-9B99-8061BFC9191A}" destId="{BAA8892D-F159-477D-8740-C1F399602662}" srcOrd="0" destOrd="0" presId="urn:microsoft.com/office/officeart/2016/7/layout/ChevronBlockProcess"/>
    <dgm:cxn modelId="{0A9867B1-6EC1-4E60-B5EE-F08CC47626CB}" type="presParOf" srcId="{BAA8892D-F159-477D-8740-C1F399602662}" destId="{EDDA133A-7D80-4509-AF32-43F0B5F783ED}" srcOrd="0" destOrd="0" presId="urn:microsoft.com/office/officeart/2016/7/layout/ChevronBlockProcess"/>
    <dgm:cxn modelId="{971BD010-6981-4A9F-891C-F19B772C1428}" type="presParOf" srcId="{BAA8892D-F159-477D-8740-C1F399602662}" destId="{B99E1D24-45F8-4E2B-9A3C-1CE0CCD3D4AF}" srcOrd="1" destOrd="0" presId="urn:microsoft.com/office/officeart/2016/7/layout/ChevronBlockProcess"/>
    <dgm:cxn modelId="{3ADFC0F3-C6AB-4187-81FE-6CCBD3DCAF96}" type="presParOf" srcId="{8D74A5B1-EA88-423E-9B99-8061BFC9191A}" destId="{9A267995-E2B4-4E51-B7BF-4D755115B94A}" srcOrd="1" destOrd="0" presId="urn:microsoft.com/office/officeart/2016/7/layout/ChevronBlockProcess"/>
    <dgm:cxn modelId="{1893A8DA-8434-4FE1-9E09-6D1ED27DACAC}" type="presParOf" srcId="{8D74A5B1-EA88-423E-9B99-8061BFC9191A}" destId="{B50C5308-96D9-41ED-B035-D1D5EA653A34}" srcOrd="2" destOrd="0" presId="urn:microsoft.com/office/officeart/2016/7/layout/ChevronBlockProcess"/>
    <dgm:cxn modelId="{87860BB5-E11B-432B-BDAD-8863F80BBDE2}" type="presParOf" srcId="{B50C5308-96D9-41ED-B035-D1D5EA653A34}" destId="{04F5C4FE-39FA-4115-90BA-FB5251325304}" srcOrd="0" destOrd="0" presId="urn:microsoft.com/office/officeart/2016/7/layout/ChevronBlockProcess"/>
    <dgm:cxn modelId="{CF107FD3-FFCF-487B-A3C3-97292731F3C4}" type="presParOf" srcId="{B50C5308-96D9-41ED-B035-D1D5EA653A34}" destId="{BB96A92E-D761-430A-87E9-03A4B1176906}" srcOrd="1" destOrd="0" presId="urn:microsoft.com/office/officeart/2016/7/layout/ChevronBlockProcess"/>
    <dgm:cxn modelId="{01840207-AC8D-4E71-B361-BDE97C40DD7F}" type="presParOf" srcId="{8D74A5B1-EA88-423E-9B99-8061BFC9191A}" destId="{73289191-FDA6-4B82-8125-40C5C5F40122}" srcOrd="3" destOrd="0" presId="urn:microsoft.com/office/officeart/2016/7/layout/ChevronBlockProcess"/>
    <dgm:cxn modelId="{A4D27361-C37C-474D-9C8A-D411BDF74762}" type="presParOf" srcId="{8D74A5B1-EA88-423E-9B99-8061BFC9191A}" destId="{AB575777-AFBE-4AB8-9148-BFC70F66431C}" srcOrd="4" destOrd="0" presId="urn:microsoft.com/office/officeart/2016/7/layout/ChevronBlockProcess"/>
    <dgm:cxn modelId="{AF96A4F7-74C3-4658-9AAA-0ED3DD7550B7}" type="presParOf" srcId="{AB575777-AFBE-4AB8-9148-BFC70F66431C}" destId="{EA14A395-4027-4E78-B386-302DD61047BE}" srcOrd="0" destOrd="0" presId="urn:microsoft.com/office/officeart/2016/7/layout/ChevronBlockProcess"/>
    <dgm:cxn modelId="{C570BF8E-42BA-4EB0-AC40-3C463316910E}" type="presParOf" srcId="{AB575777-AFBE-4AB8-9148-BFC70F66431C}" destId="{53A757CE-FF50-41AB-9B8B-428C42C91024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8EB173A-55D1-4C40-AD8C-614801AEFACD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208956-DC06-48AE-97FA-8B10E9B92E15}">
      <dgm:prSet custT="1"/>
      <dgm:spPr/>
      <dgm:t>
        <a:bodyPr/>
        <a:lstStyle/>
        <a:p>
          <a:r>
            <a:rPr lang="en-US" sz="1800" dirty="0"/>
            <a:t>Use </a:t>
          </a:r>
        </a:p>
        <a:p>
          <a:r>
            <a:rPr lang="en-US" sz="1800" dirty="0"/>
            <a:t>Saga</a:t>
          </a:r>
        </a:p>
      </dgm:t>
    </dgm:pt>
    <dgm:pt modelId="{E4B938FA-A1DB-4F71-AC0C-075D6F06EA0E}" type="parTrans" cxnId="{93AF2096-108F-47C6-9996-7DD3001EB507}">
      <dgm:prSet/>
      <dgm:spPr/>
      <dgm:t>
        <a:bodyPr/>
        <a:lstStyle/>
        <a:p>
          <a:endParaRPr lang="en-US"/>
        </a:p>
      </dgm:t>
    </dgm:pt>
    <dgm:pt modelId="{A8DB4CB2-0347-42FC-B8F9-B7EAC59E6477}" type="sibTrans" cxnId="{93AF2096-108F-47C6-9996-7DD3001EB507}">
      <dgm:prSet/>
      <dgm:spPr/>
      <dgm:t>
        <a:bodyPr/>
        <a:lstStyle/>
        <a:p>
          <a:endParaRPr lang="en-US"/>
        </a:p>
      </dgm:t>
    </dgm:pt>
    <dgm:pt modelId="{7C5FBB9D-330B-47C6-B153-A82D7B1EF8D6}">
      <dgm:prSet/>
      <dgm:spPr/>
      <dgm:t>
        <a:bodyPr/>
        <a:lstStyle/>
        <a:p>
          <a:r>
            <a:rPr lang="en-US" dirty="0"/>
            <a:t>Coordinating steps across services, need rollback capability</a:t>
          </a:r>
        </a:p>
      </dgm:t>
    </dgm:pt>
    <dgm:pt modelId="{56FACAC5-3459-40C4-9489-71EB6DCBF965}" type="parTrans" cxnId="{E97F2D78-1FFC-4326-9129-375026A24ADD}">
      <dgm:prSet/>
      <dgm:spPr/>
      <dgm:t>
        <a:bodyPr/>
        <a:lstStyle/>
        <a:p>
          <a:endParaRPr lang="en-US"/>
        </a:p>
      </dgm:t>
    </dgm:pt>
    <dgm:pt modelId="{556ED87D-9335-4251-BFEA-CAA45DD0F518}" type="sibTrans" cxnId="{E97F2D78-1FFC-4326-9129-375026A24ADD}">
      <dgm:prSet/>
      <dgm:spPr/>
      <dgm:t>
        <a:bodyPr/>
        <a:lstStyle/>
        <a:p>
          <a:endParaRPr lang="en-US"/>
        </a:p>
      </dgm:t>
    </dgm:pt>
    <dgm:pt modelId="{34DE1CAF-A048-4534-B6B5-238F4BDF4747}">
      <dgm:prSet custT="1"/>
      <dgm:spPr/>
      <dgm:t>
        <a:bodyPr/>
        <a:lstStyle/>
        <a:p>
          <a:r>
            <a:rPr lang="en-US" sz="1800" dirty="0"/>
            <a:t>Use </a:t>
          </a:r>
        </a:p>
        <a:p>
          <a:r>
            <a:rPr lang="en-US" sz="1800" dirty="0"/>
            <a:t>Circuit Breaker</a:t>
          </a:r>
        </a:p>
      </dgm:t>
    </dgm:pt>
    <dgm:pt modelId="{F89E1121-A847-4203-923E-5B5F7A919A67}" type="parTrans" cxnId="{D4FA6643-216E-40E1-9A3B-EEC9D34AA909}">
      <dgm:prSet/>
      <dgm:spPr/>
      <dgm:t>
        <a:bodyPr/>
        <a:lstStyle/>
        <a:p>
          <a:endParaRPr lang="en-US"/>
        </a:p>
      </dgm:t>
    </dgm:pt>
    <dgm:pt modelId="{4F7B3C00-E421-4456-980B-B4EFC15C6339}" type="sibTrans" cxnId="{D4FA6643-216E-40E1-9A3B-EEC9D34AA909}">
      <dgm:prSet/>
      <dgm:spPr/>
      <dgm:t>
        <a:bodyPr/>
        <a:lstStyle/>
        <a:p>
          <a:endParaRPr lang="en-US"/>
        </a:p>
      </dgm:t>
    </dgm:pt>
    <dgm:pt modelId="{612D6A32-30B3-4E72-8836-D78B0E3F61F1}">
      <dgm:prSet/>
      <dgm:spPr/>
      <dgm:t>
        <a:bodyPr/>
        <a:lstStyle/>
        <a:p>
          <a:r>
            <a:rPr lang="en-US" dirty="0"/>
            <a:t>Calling potentially failing services, preventing cascades</a:t>
          </a:r>
        </a:p>
      </dgm:t>
    </dgm:pt>
    <dgm:pt modelId="{63E7F8F2-847D-4E37-9B4A-067D3B4C5E6E}" type="parTrans" cxnId="{C361ED6E-0CF4-4FCB-9A4C-0CB728C9BF6D}">
      <dgm:prSet/>
      <dgm:spPr/>
      <dgm:t>
        <a:bodyPr/>
        <a:lstStyle/>
        <a:p>
          <a:endParaRPr lang="en-US"/>
        </a:p>
      </dgm:t>
    </dgm:pt>
    <dgm:pt modelId="{0D8487BA-30BE-4728-A0D9-27D8BFFB0AE1}" type="sibTrans" cxnId="{C361ED6E-0CF4-4FCB-9A4C-0CB728C9BF6D}">
      <dgm:prSet/>
      <dgm:spPr/>
      <dgm:t>
        <a:bodyPr/>
        <a:lstStyle/>
        <a:p>
          <a:endParaRPr lang="en-US"/>
        </a:p>
      </dgm:t>
    </dgm:pt>
    <dgm:pt modelId="{07376D68-9017-49DE-B5A7-A8F907F5DAEE}">
      <dgm:prSet custT="1"/>
      <dgm:spPr/>
      <dgm:t>
        <a:bodyPr/>
        <a:lstStyle/>
        <a:p>
          <a:r>
            <a:rPr lang="en-US" sz="1800" dirty="0"/>
            <a:t>Use </a:t>
          </a:r>
        </a:p>
        <a:p>
          <a:r>
            <a:rPr lang="en-US" sz="1800" dirty="0"/>
            <a:t>API Gateway </a:t>
          </a:r>
        </a:p>
      </dgm:t>
    </dgm:pt>
    <dgm:pt modelId="{3AF8BAA6-DF4F-425A-A72D-07378693446E}" type="parTrans" cxnId="{3943AD30-104C-4337-8D87-0C08CFAF6944}">
      <dgm:prSet/>
      <dgm:spPr/>
      <dgm:t>
        <a:bodyPr/>
        <a:lstStyle/>
        <a:p>
          <a:endParaRPr lang="en-US"/>
        </a:p>
      </dgm:t>
    </dgm:pt>
    <dgm:pt modelId="{6DFE299E-D27E-475B-BC10-93179022256E}" type="sibTrans" cxnId="{3943AD30-104C-4337-8D87-0C08CFAF6944}">
      <dgm:prSet/>
      <dgm:spPr/>
      <dgm:t>
        <a:bodyPr/>
        <a:lstStyle/>
        <a:p>
          <a:endParaRPr lang="en-US"/>
        </a:p>
      </dgm:t>
    </dgm:pt>
    <dgm:pt modelId="{B95AD1AF-8B78-4421-BC12-9B6BA92FCB7C}">
      <dgm:prSet/>
      <dgm:spPr/>
      <dgm:t>
        <a:bodyPr/>
        <a:lstStyle/>
        <a:p>
          <a:r>
            <a:rPr lang="en-US" dirty="0"/>
            <a:t>Multiple clients need consistent interface to many services</a:t>
          </a:r>
        </a:p>
      </dgm:t>
    </dgm:pt>
    <dgm:pt modelId="{D94222E6-C05B-4B06-91D8-160CA801A997}" type="parTrans" cxnId="{461DF57C-D46A-4EE1-A2C6-7A81CA947EA2}">
      <dgm:prSet/>
      <dgm:spPr/>
      <dgm:t>
        <a:bodyPr/>
        <a:lstStyle/>
        <a:p>
          <a:endParaRPr lang="en-US"/>
        </a:p>
      </dgm:t>
    </dgm:pt>
    <dgm:pt modelId="{5AA544C7-6EEA-465E-AB7B-A266B20C8F9A}" type="sibTrans" cxnId="{461DF57C-D46A-4EE1-A2C6-7A81CA947EA2}">
      <dgm:prSet/>
      <dgm:spPr/>
      <dgm:t>
        <a:bodyPr/>
        <a:lstStyle/>
        <a:p>
          <a:endParaRPr lang="en-US"/>
        </a:p>
      </dgm:t>
    </dgm:pt>
    <dgm:pt modelId="{36E48B91-D31E-416D-B881-7EABABE85124}">
      <dgm:prSet custT="1"/>
      <dgm:spPr/>
      <dgm:t>
        <a:bodyPr/>
        <a:lstStyle/>
        <a:p>
          <a:r>
            <a:rPr lang="en-US" sz="1800" dirty="0"/>
            <a:t>Use </a:t>
          </a:r>
        </a:p>
        <a:p>
          <a:r>
            <a:rPr lang="en-US" sz="1800" dirty="0"/>
            <a:t>Async Messaging </a:t>
          </a:r>
        </a:p>
      </dgm:t>
    </dgm:pt>
    <dgm:pt modelId="{146BE95F-84C8-41DB-B1B5-ABF3C0CA6412}" type="parTrans" cxnId="{16603EC9-DC81-4132-AF6B-817D245564A7}">
      <dgm:prSet/>
      <dgm:spPr/>
      <dgm:t>
        <a:bodyPr/>
        <a:lstStyle/>
        <a:p>
          <a:endParaRPr lang="en-US"/>
        </a:p>
      </dgm:t>
    </dgm:pt>
    <dgm:pt modelId="{57960FAD-4E4D-4246-8452-56B7719A865F}" type="sibTrans" cxnId="{16603EC9-DC81-4132-AF6B-817D245564A7}">
      <dgm:prSet/>
      <dgm:spPr/>
      <dgm:t>
        <a:bodyPr/>
        <a:lstStyle/>
        <a:p>
          <a:endParaRPr lang="en-US"/>
        </a:p>
      </dgm:t>
    </dgm:pt>
    <dgm:pt modelId="{89676DC8-6A5C-47C4-AC2C-372FFFF069C4}">
      <dgm:prSet/>
      <dgm:spPr/>
      <dgm:t>
        <a:bodyPr/>
        <a:lstStyle/>
        <a:p>
          <a:r>
            <a:rPr lang="en-US" dirty="0"/>
            <a:t>Services can work independently, loose coupling needed</a:t>
          </a:r>
        </a:p>
      </dgm:t>
    </dgm:pt>
    <dgm:pt modelId="{2F9E13E1-3614-4A60-8279-2E916617ED36}" type="parTrans" cxnId="{7B596FB9-3350-4D9A-A712-E0053B7981D4}">
      <dgm:prSet/>
      <dgm:spPr/>
      <dgm:t>
        <a:bodyPr/>
        <a:lstStyle/>
        <a:p>
          <a:endParaRPr lang="en-US"/>
        </a:p>
      </dgm:t>
    </dgm:pt>
    <dgm:pt modelId="{FC42B985-1E11-40DE-A827-A59B5CCE92E1}" type="sibTrans" cxnId="{7B596FB9-3350-4D9A-A712-E0053B7981D4}">
      <dgm:prSet/>
      <dgm:spPr/>
      <dgm:t>
        <a:bodyPr/>
        <a:lstStyle/>
        <a:p>
          <a:endParaRPr lang="en-US"/>
        </a:p>
      </dgm:t>
    </dgm:pt>
    <dgm:pt modelId="{9E6DF7A4-A01C-4022-B7D1-E6DC48E41ECD}" type="pres">
      <dgm:prSet presAssocID="{38EB173A-55D1-4C40-AD8C-614801AEFACD}" presName="Name0" presStyleCnt="0">
        <dgm:presLayoutVars>
          <dgm:dir/>
          <dgm:animLvl val="lvl"/>
          <dgm:resizeHandles val="exact"/>
        </dgm:presLayoutVars>
      </dgm:prSet>
      <dgm:spPr/>
    </dgm:pt>
    <dgm:pt modelId="{445B67BA-877E-47C8-B211-2ED2EE0DB2EE}" type="pres">
      <dgm:prSet presAssocID="{AC208956-DC06-48AE-97FA-8B10E9B92E15}" presName="linNode" presStyleCnt="0"/>
      <dgm:spPr/>
    </dgm:pt>
    <dgm:pt modelId="{5CC104CA-C04A-46D5-B132-231EF496E0B5}" type="pres">
      <dgm:prSet presAssocID="{AC208956-DC06-48AE-97FA-8B10E9B92E15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BAB80903-1E27-42EF-8D97-253680D9B3B1}" type="pres">
      <dgm:prSet presAssocID="{AC208956-DC06-48AE-97FA-8B10E9B92E15}" presName="descendantText" presStyleLbl="alignAccFollowNode1" presStyleIdx="0" presStyleCnt="4">
        <dgm:presLayoutVars>
          <dgm:bulletEnabled/>
        </dgm:presLayoutVars>
      </dgm:prSet>
      <dgm:spPr/>
    </dgm:pt>
    <dgm:pt modelId="{D055DB1C-A00C-490C-8D0A-61F9924E99B6}" type="pres">
      <dgm:prSet presAssocID="{A8DB4CB2-0347-42FC-B8F9-B7EAC59E6477}" presName="sp" presStyleCnt="0"/>
      <dgm:spPr/>
    </dgm:pt>
    <dgm:pt modelId="{AB04341F-83D5-42CD-A630-04BF7FEA5B34}" type="pres">
      <dgm:prSet presAssocID="{34DE1CAF-A048-4534-B6B5-238F4BDF4747}" presName="linNode" presStyleCnt="0"/>
      <dgm:spPr/>
    </dgm:pt>
    <dgm:pt modelId="{BA091EEA-692E-4BB0-9FCA-F80187C79379}" type="pres">
      <dgm:prSet presAssocID="{34DE1CAF-A048-4534-B6B5-238F4BDF4747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EFA6914E-7860-4716-A781-B53AC023FE54}" type="pres">
      <dgm:prSet presAssocID="{34DE1CAF-A048-4534-B6B5-238F4BDF4747}" presName="descendantText" presStyleLbl="alignAccFollowNode1" presStyleIdx="1" presStyleCnt="4">
        <dgm:presLayoutVars>
          <dgm:bulletEnabled/>
        </dgm:presLayoutVars>
      </dgm:prSet>
      <dgm:spPr/>
    </dgm:pt>
    <dgm:pt modelId="{3964FF31-D33B-4F30-A7FC-7A36C8854E4A}" type="pres">
      <dgm:prSet presAssocID="{4F7B3C00-E421-4456-980B-B4EFC15C6339}" presName="sp" presStyleCnt="0"/>
      <dgm:spPr/>
    </dgm:pt>
    <dgm:pt modelId="{9CD146C1-7B70-4C5D-BE57-36E376B78C0E}" type="pres">
      <dgm:prSet presAssocID="{07376D68-9017-49DE-B5A7-A8F907F5DAEE}" presName="linNode" presStyleCnt="0"/>
      <dgm:spPr/>
    </dgm:pt>
    <dgm:pt modelId="{41D4F607-6C68-4CCB-9BBA-8E549367E019}" type="pres">
      <dgm:prSet presAssocID="{07376D68-9017-49DE-B5A7-A8F907F5DAEE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915A0417-6D8F-4556-8FCB-477ADC5E7D30}" type="pres">
      <dgm:prSet presAssocID="{07376D68-9017-49DE-B5A7-A8F907F5DAEE}" presName="descendantText" presStyleLbl="alignAccFollowNode1" presStyleIdx="2" presStyleCnt="4">
        <dgm:presLayoutVars>
          <dgm:bulletEnabled/>
        </dgm:presLayoutVars>
      </dgm:prSet>
      <dgm:spPr/>
    </dgm:pt>
    <dgm:pt modelId="{98342AA5-56B3-4A18-B011-92FC2D581451}" type="pres">
      <dgm:prSet presAssocID="{6DFE299E-D27E-475B-BC10-93179022256E}" presName="sp" presStyleCnt="0"/>
      <dgm:spPr/>
    </dgm:pt>
    <dgm:pt modelId="{5D7151CE-0FAD-41A1-AF68-49A316AE857F}" type="pres">
      <dgm:prSet presAssocID="{36E48B91-D31E-416D-B881-7EABABE85124}" presName="linNode" presStyleCnt="0"/>
      <dgm:spPr/>
    </dgm:pt>
    <dgm:pt modelId="{79521620-E005-4016-939E-43BBE0938635}" type="pres">
      <dgm:prSet presAssocID="{36E48B91-D31E-416D-B881-7EABABE85124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EAF5D502-3CD8-444F-B871-1DC2A7BBF521}" type="pres">
      <dgm:prSet presAssocID="{36E48B91-D31E-416D-B881-7EABABE85124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EE1EB30A-1CCB-4C15-B7ED-131312E64D41}" type="presOf" srcId="{89676DC8-6A5C-47C4-AC2C-372FFFF069C4}" destId="{EAF5D502-3CD8-444F-B871-1DC2A7BBF521}" srcOrd="0" destOrd="0" presId="urn:microsoft.com/office/officeart/2016/7/layout/VerticalSolidActionList"/>
    <dgm:cxn modelId="{3943AD30-104C-4337-8D87-0C08CFAF6944}" srcId="{38EB173A-55D1-4C40-AD8C-614801AEFACD}" destId="{07376D68-9017-49DE-B5A7-A8F907F5DAEE}" srcOrd="2" destOrd="0" parTransId="{3AF8BAA6-DF4F-425A-A72D-07378693446E}" sibTransId="{6DFE299E-D27E-475B-BC10-93179022256E}"/>
    <dgm:cxn modelId="{D4FA6643-216E-40E1-9A3B-EEC9D34AA909}" srcId="{38EB173A-55D1-4C40-AD8C-614801AEFACD}" destId="{34DE1CAF-A048-4534-B6B5-238F4BDF4747}" srcOrd="1" destOrd="0" parTransId="{F89E1121-A847-4203-923E-5B5F7A919A67}" sibTransId="{4F7B3C00-E421-4456-980B-B4EFC15C6339}"/>
    <dgm:cxn modelId="{FE474547-9C1A-46A2-AB40-8F88785BF0BF}" type="presOf" srcId="{B95AD1AF-8B78-4421-BC12-9B6BA92FCB7C}" destId="{915A0417-6D8F-4556-8FCB-477ADC5E7D30}" srcOrd="0" destOrd="0" presId="urn:microsoft.com/office/officeart/2016/7/layout/VerticalSolidActionList"/>
    <dgm:cxn modelId="{C361ED6E-0CF4-4FCB-9A4C-0CB728C9BF6D}" srcId="{34DE1CAF-A048-4534-B6B5-238F4BDF4747}" destId="{612D6A32-30B3-4E72-8836-D78B0E3F61F1}" srcOrd="0" destOrd="0" parTransId="{63E7F8F2-847D-4E37-9B4A-067D3B4C5E6E}" sibTransId="{0D8487BA-30BE-4728-A0D9-27D8BFFB0AE1}"/>
    <dgm:cxn modelId="{E97F2D78-1FFC-4326-9129-375026A24ADD}" srcId="{AC208956-DC06-48AE-97FA-8B10E9B92E15}" destId="{7C5FBB9D-330B-47C6-B153-A82D7B1EF8D6}" srcOrd="0" destOrd="0" parTransId="{56FACAC5-3459-40C4-9489-71EB6DCBF965}" sibTransId="{556ED87D-9335-4251-BFEA-CAA45DD0F518}"/>
    <dgm:cxn modelId="{461DF57C-D46A-4EE1-A2C6-7A81CA947EA2}" srcId="{07376D68-9017-49DE-B5A7-A8F907F5DAEE}" destId="{B95AD1AF-8B78-4421-BC12-9B6BA92FCB7C}" srcOrd="0" destOrd="0" parTransId="{D94222E6-C05B-4B06-91D8-160CA801A997}" sibTransId="{5AA544C7-6EEA-465E-AB7B-A266B20C8F9A}"/>
    <dgm:cxn modelId="{4E6A7F90-8422-4F8D-9404-3FED20F698A5}" type="presOf" srcId="{38EB173A-55D1-4C40-AD8C-614801AEFACD}" destId="{9E6DF7A4-A01C-4022-B7D1-E6DC48E41ECD}" srcOrd="0" destOrd="0" presId="urn:microsoft.com/office/officeart/2016/7/layout/VerticalSolidActionList"/>
    <dgm:cxn modelId="{EB124C94-C9B4-4097-BF8F-B29DAB8BBFEE}" type="presOf" srcId="{34DE1CAF-A048-4534-B6B5-238F4BDF4747}" destId="{BA091EEA-692E-4BB0-9FCA-F80187C79379}" srcOrd="0" destOrd="0" presId="urn:microsoft.com/office/officeart/2016/7/layout/VerticalSolidActionList"/>
    <dgm:cxn modelId="{93AF2096-108F-47C6-9996-7DD3001EB507}" srcId="{38EB173A-55D1-4C40-AD8C-614801AEFACD}" destId="{AC208956-DC06-48AE-97FA-8B10E9B92E15}" srcOrd="0" destOrd="0" parTransId="{E4B938FA-A1DB-4F71-AC0C-075D6F06EA0E}" sibTransId="{A8DB4CB2-0347-42FC-B8F9-B7EAC59E6477}"/>
    <dgm:cxn modelId="{BBE666A0-CBE4-4672-915A-E80E4C1A0807}" type="presOf" srcId="{36E48B91-D31E-416D-B881-7EABABE85124}" destId="{79521620-E005-4016-939E-43BBE0938635}" srcOrd="0" destOrd="0" presId="urn:microsoft.com/office/officeart/2016/7/layout/VerticalSolidActionList"/>
    <dgm:cxn modelId="{0001A1A1-2631-45AB-BB1E-A6BD60B24AD2}" type="presOf" srcId="{612D6A32-30B3-4E72-8836-D78B0E3F61F1}" destId="{EFA6914E-7860-4716-A781-B53AC023FE54}" srcOrd="0" destOrd="0" presId="urn:microsoft.com/office/officeart/2016/7/layout/VerticalSolidActionList"/>
    <dgm:cxn modelId="{7A839FB3-65B5-4D0D-B03B-6B945CD268F0}" type="presOf" srcId="{7C5FBB9D-330B-47C6-B153-A82D7B1EF8D6}" destId="{BAB80903-1E27-42EF-8D97-253680D9B3B1}" srcOrd="0" destOrd="0" presId="urn:microsoft.com/office/officeart/2016/7/layout/VerticalSolidActionList"/>
    <dgm:cxn modelId="{7B596FB9-3350-4D9A-A712-E0053B7981D4}" srcId="{36E48B91-D31E-416D-B881-7EABABE85124}" destId="{89676DC8-6A5C-47C4-AC2C-372FFFF069C4}" srcOrd="0" destOrd="0" parTransId="{2F9E13E1-3614-4A60-8279-2E916617ED36}" sibTransId="{FC42B985-1E11-40DE-A827-A59B5CCE92E1}"/>
    <dgm:cxn modelId="{16603EC9-DC81-4132-AF6B-817D245564A7}" srcId="{38EB173A-55D1-4C40-AD8C-614801AEFACD}" destId="{36E48B91-D31E-416D-B881-7EABABE85124}" srcOrd="3" destOrd="0" parTransId="{146BE95F-84C8-41DB-B1B5-ABF3C0CA6412}" sibTransId="{57960FAD-4E4D-4246-8452-56B7719A865F}"/>
    <dgm:cxn modelId="{012B8ED3-A15A-4471-B539-5A0915A94DDF}" type="presOf" srcId="{AC208956-DC06-48AE-97FA-8B10E9B92E15}" destId="{5CC104CA-C04A-46D5-B132-231EF496E0B5}" srcOrd="0" destOrd="0" presId="urn:microsoft.com/office/officeart/2016/7/layout/VerticalSolidActionList"/>
    <dgm:cxn modelId="{6FC549DB-9C41-4D87-B548-6DB1A48A5A6F}" type="presOf" srcId="{07376D68-9017-49DE-B5A7-A8F907F5DAEE}" destId="{41D4F607-6C68-4CCB-9BBA-8E549367E019}" srcOrd="0" destOrd="0" presId="urn:microsoft.com/office/officeart/2016/7/layout/VerticalSolidActionList"/>
    <dgm:cxn modelId="{59D126EC-1219-4B49-956D-0B5BF2A19337}" type="presParOf" srcId="{9E6DF7A4-A01C-4022-B7D1-E6DC48E41ECD}" destId="{445B67BA-877E-47C8-B211-2ED2EE0DB2EE}" srcOrd="0" destOrd="0" presId="urn:microsoft.com/office/officeart/2016/7/layout/VerticalSolidActionList"/>
    <dgm:cxn modelId="{F116215D-5D29-440D-921A-42CC2D43992B}" type="presParOf" srcId="{445B67BA-877E-47C8-B211-2ED2EE0DB2EE}" destId="{5CC104CA-C04A-46D5-B132-231EF496E0B5}" srcOrd="0" destOrd="0" presId="urn:microsoft.com/office/officeart/2016/7/layout/VerticalSolidActionList"/>
    <dgm:cxn modelId="{FD712AB8-F7A6-4C7A-987A-64B51CF3E656}" type="presParOf" srcId="{445B67BA-877E-47C8-B211-2ED2EE0DB2EE}" destId="{BAB80903-1E27-42EF-8D97-253680D9B3B1}" srcOrd="1" destOrd="0" presId="urn:microsoft.com/office/officeart/2016/7/layout/VerticalSolidActionList"/>
    <dgm:cxn modelId="{1535936B-3ABB-4811-891D-A113FE042BC4}" type="presParOf" srcId="{9E6DF7A4-A01C-4022-B7D1-E6DC48E41ECD}" destId="{D055DB1C-A00C-490C-8D0A-61F9924E99B6}" srcOrd="1" destOrd="0" presId="urn:microsoft.com/office/officeart/2016/7/layout/VerticalSolidActionList"/>
    <dgm:cxn modelId="{68281427-AD82-47F3-8D54-81A0860446A4}" type="presParOf" srcId="{9E6DF7A4-A01C-4022-B7D1-E6DC48E41ECD}" destId="{AB04341F-83D5-42CD-A630-04BF7FEA5B34}" srcOrd="2" destOrd="0" presId="urn:microsoft.com/office/officeart/2016/7/layout/VerticalSolidActionList"/>
    <dgm:cxn modelId="{8AC8C098-7110-436B-B1DF-B624D67DCAE1}" type="presParOf" srcId="{AB04341F-83D5-42CD-A630-04BF7FEA5B34}" destId="{BA091EEA-692E-4BB0-9FCA-F80187C79379}" srcOrd="0" destOrd="0" presId="urn:microsoft.com/office/officeart/2016/7/layout/VerticalSolidActionList"/>
    <dgm:cxn modelId="{D6121630-8AD4-4BED-83D9-B3D518471E89}" type="presParOf" srcId="{AB04341F-83D5-42CD-A630-04BF7FEA5B34}" destId="{EFA6914E-7860-4716-A781-B53AC023FE54}" srcOrd="1" destOrd="0" presId="urn:microsoft.com/office/officeart/2016/7/layout/VerticalSolidActionList"/>
    <dgm:cxn modelId="{39ABDFC7-7B18-4F35-B871-F57BD4AA570A}" type="presParOf" srcId="{9E6DF7A4-A01C-4022-B7D1-E6DC48E41ECD}" destId="{3964FF31-D33B-4F30-A7FC-7A36C8854E4A}" srcOrd="3" destOrd="0" presId="urn:microsoft.com/office/officeart/2016/7/layout/VerticalSolidActionList"/>
    <dgm:cxn modelId="{0C79833A-AC9A-46BA-8EC1-36D1D1D01AC7}" type="presParOf" srcId="{9E6DF7A4-A01C-4022-B7D1-E6DC48E41ECD}" destId="{9CD146C1-7B70-4C5D-BE57-36E376B78C0E}" srcOrd="4" destOrd="0" presId="urn:microsoft.com/office/officeart/2016/7/layout/VerticalSolidActionList"/>
    <dgm:cxn modelId="{328946A0-1989-4181-B6FC-4CCCF0353871}" type="presParOf" srcId="{9CD146C1-7B70-4C5D-BE57-36E376B78C0E}" destId="{41D4F607-6C68-4CCB-9BBA-8E549367E019}" srcOrd="0" destOrd="0" presId="urn:microsoft.com/office/officeart/2016/7/layout/VerticalSolidActionList"/>
    <dgm:cxn modelId="{39141DD4-5DBE-4DBD-BF4F-93C294AE1D25}" type="presParOf" srcId="{9CD146C1-7B70-4C5D-BE57-36E376B78C0E}" destId="{915A0417-6D8F-4556-8FCB-477ADC5E7D30}" srcOrd="1" destOrd="0" presId="urn:microsoft.com/office/officeart/2016/7/layout/VerticalSolidActionList"/>
    <dgm:cxn modelId="{859D96B3-24FB-4E0D-9C50-9A36E4CE23A1}" type="presParOf" srcId="{9E6DF7A4-A01C-4022-B7D1-E6DC48E41ECD}" destId="{98342AA5-56B3-4A18-B011-92FC2D581451}" srcOrd="5" destOrd="0" presId="urn:microsoft.com/office/officeart/2016/7/layout/VerticalSolidActionList"/>
    <dgm:cxn modelId="{A13790F8-EC87-44C3-9076-D26FA15AC82E}" type="presParOf" srcId="{9E6DF7A4-A01C-4022-B7D1-E6DC48E41ECD}" destId="{5D7151CE-0FAD-41A1-AF68-49A316AE857F}" srcOrd="6" destOrd="0" presId="urn:microsoft.com/office/officeart/2016/7/layout/VerticalSolidActionList"/>
    <dgm:cxn modelId="{CF3396AE-000B-46CC-8DFD-C86FB1045D21}" type="presParOf" srcId="{5D7151CE-0FAD-41A1-AF68-49A316AE857F}" destId="{79521620-E005-4016-939E-43BBE0938635}" srcOrd="0" destOrd="0" presId="urn:microsoft.com/office/officeart/2016/7/layout/VerticalSolidActionList"/>
    <dgm:cxn modelId="{597D2F48-371D-421F-99B1-D2A96D509330}" type="presParOf" srcId="{5D7151CE-0FAD-41A1-AF68-49A316AE857F}" destId="{EAF5D502-3CD8-444F-B871-1DC2A7BBF52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E1EF5F2-F66C-4EB5-9B80-3BF9EC861E4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13D7ED-3924-4746-BB84-495F740AC8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SOA</a:t>
          </a:r>
        </a:p>
      </dgm:t>
    </dgm:pt>
    <dgm:pt modelId="{D3307061-4CC1-4042-9D95-2DB4326D5329}" type="parTrans" cxnId="{94EF22A4-E268-492A-AECE-AE65F0314F36}">
      <dgm:prSet/>
      <dgm:spPr/>
      <dgm:t>
        <a:bodyPr/>
        <a:lstStyle/>
        <a:p>
          <a:endParaRPr lang="en-US"/>
        </a:p>
      </dgm:t>
    </dgm:pt>
    <dgm:pt modelId="{423B46AC-EC47-4A69-8295-C8CBB7C0B3EE}" type="sibTrans" cxnId="{94EF22A4-E268-492A-AECE-AE65F0314F36}">
      <dgm:prSet/>
      <dgm:spPr/>
      <dgm:t>
        <a:bodyPr/>
        <a:lstStyle/>
        <a:p>
          <a:endParaRPr lang="en-US"/>
        </a:p>
      </dgm:t>
    </dgm:pt>
    <dgm:pt modelId="{F8F6A8FC-3EF2-4055-ADD0-3F2D87656DF8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Coarse-grained services</a:t>
          </a:r>
        </a:p>
      </dgm:t>
    </dgm:pt>
    <dgm:pt modelId="{9F117950-BF5B-493C-B551-08025F268336}" type="parTrans" cxnId="{6FF83CB1-47ED-4B57-AE1E-54A2F74A2820}">
      <dgm:prSet/>
      <dgm:spPr/>
      <dgm:t>
        <a:bodyPr/>
        <a:lstStyle/>
        <a:p>
          <a:endParaRPr lang="en-US"/>
        </a:p>
      </dgm:t>
    </dgm:pt>
    <dgm:pt modelId="{C2355E74-6A06-4390-A6A9-8CC1C2B91289}" type="sibTrans" cxnId="{6FF83CB1-47ED-4B57-AE1E-54A2F74A2820}">
      <dgm:prSet/>
      <dgm:spPr/>
      <dgm:t>
        <a:bodyPr/>
        <a:lstStyle/>
        <a:p>
          <a:endParaRPr lang="en-US"/>
        </a:p>
      </dgm:t>
    </dgm:pt>
    <dgm:pt modelId="{32E25F94-360B-4DA9-B78A-2285D2169E67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Shared data stores</a:t>
          </a:r>
        </a:p>
      </dgm:t>
    </dgm:pt>
    <dgm:pt modelId="{C5322ACD-AD0E-49E8-847B-BBE77868B9FC}" type="parTrans" cxnId="{0F3B38C7-6058-4C39-BE86-09EF98191789}">
      <dgm:prSet/>
      <dgm:spPr/>
      <dgm:t>
        <a:bodyPr/>
        <a:lstStyle/>
        <a:p>
          <a:endParaRPr lang="en-US"/>
        </a:p>
      </dgm:t>
    </dgm:pt>
    <dgm:pt modelId="{2FFA13CB-15F4-4866-BC6A-63B844D9CC62}" type="sibTrans" cxnId="{0F3B38C7-6058-4C39-BE86-09EF98191789}">
      <dgm:prSet/>
      <dgm:spPr/>
      <dgm:t>
        <a:bodyPr/>
        <a:lstStyle/>
        <a:p>
          <a:endParaRPr lang="en-US"/>
        </a:p>
      </dgm:t>
    </dgm:pt>
    <dgm:pt modelId="{9C7D9C7E-4E02-49FD-8BAF-75AB852CB17C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ESB middleware required</a:t>
          </a:r>
        </a:p>
      </dgm:t>
    </dgm:pt>
    <dgm:pt modelId="{B1E9258C-CD02-458E-B143-8FD333CF2CC1}" type="parTrans" cxnId="{53A639C3-1C2E-4596-84EA-029B39E3F166}">
      <dgm:prSet/>
      <dgm:spPr/>
      <dgm:t>
        <a:bodyPr/>
        <a:lstStyle/>
        <a:p>
          <a:endParaRPr lang="en-US"/>
        </a:p>
      </dgm:t>
    </dgm:pt>
    <dgm:pt modelId="{F3B2CA9B-DD7F-4EAC-9AC5-2B51E39C324C}" type="sibTrans" cxnId="{53A639C3-1C2E-4596-84EA-029B39E3F166}">
      <dgm:prSet/>
      <dgm:spPr/>
      <dgm:t>
        <a:bodyPr/>
        <a:lstStyle/>
        <a:p>
          <a:endParaRPr lang="en-US"/>
        </a:p>
      </dgm:t>
    </dgm:pt>
    <dgm:pt modelId="{0D407D19-E7DB-4E3A-A0A3-2586FCFA81B0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Enterprise integration focus</a:t>
          </a:r>
        </a:p>
      </dgm:t>
    </dgm:pt>
    <dgm:pt modelId="{3DB231EB-8D1F-4509-842F-60BD2C072A94}" type="parTrans" cxnId="{8A7C1507-0BC7-470F-A612-DE0E223A8344}">
      <dgm:prSet/>
      <dgm:spPr/>
      <dgm:t>
        <a:bodyPr/>
        <a:lstStyle/>
        <a:p>
          <a:endParaRPr lang="en-US"/>
        </a:p>
      </dgm:t>
    </dgm:pt>
    <dgm:pt modelId="{D7FFB4BD-1D2C-405D-B544-36433F59BFC5}" type="sibTrans" cxnId="{8A7C1507-0BC7-470F-A612-DE0E223A8344}">
      <dgm:prSet/>
      <dgm:spPr/>
      <dgm:t>
        <a:bodyPr/>
        <a:lstStyle/>
        <a:p>
          <a:endParaRPr lang="en-US"/>
        </a:p>
      </dgm:t>
    </dgm:pt>
    <dgm:pt modelId="{7D321E73-A123-4E43-BCD1-B5097378BDC8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Standardized platforms</a:t>
          </a:r>
        </a:p>
      </dgm:t>
    </dgm:pt>
    <dgm:pt modelId="{B0B1C0CF-6B52-438E-A657-78BB50FF6F1C}" type="parTrans" cxnId="{D252A6BE-C1FA-4B77-AD09-F34690DA20ED}">
      <dgm:prSet/>
      <dgm:spPr/>
      <dgm:t>
        <a:bodyPr/>
        <a:lstStyle/>
        <a:p>
          <a:endParaRPr lang="en-US"/>
        </a:p>
      </dgm:t>
    </dgm:pt>
    <dgm:pt modelId="{2D88F7AA-3022-451F-9DF6-9E6164B41E20}" type="sibTrans" cxnId="{D252A6BE-C1FA-4B77-AD09-F34690DA20ED}">
      <dgm:prSet/>
      <dgm:spPr/>
      <dgm:t>
        <a:bodyPr/>
        <a:lstStyle/>
        <a:p>
          <a:endParaRPr lang="en-US"/>
        </a:p>
      </dgm:t>
    </dgm:pt>
    <dgm:pt modelId="{C292AC91-A596-4B36-8D72-CB2058EC6D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Microservice</a:t>
          </a:r>
        </a:p>
      </dgm:t>
    </dgm:pt>
    <dgm:pt modelId="{1FEC8C48-0437-4BC6-A1C8-76D01B44E371}" type="parTrans" cxnId="{88B08870-669C-4B25-B609-7EF872D47251}">
      <dgm:prSet/>
      <dgm:spPr/>
      <dgm:t>
        <a:bodyPr/>
        <a:lstStyle/>
        <a:p>
          <a:endParaRPr lang="en-US"/>
        </a:p>
      </dgm:t>
    </dgm:pt>
    <dgm:pt modelId="{2C9EAA3D-AFB9-485B-975A-966612E18B0A}" type="sibTrans" cxnId="{88B08870-669C-4B25-B609-7EF872D47251}">
      <dgm:prSet/>
      <dgm:spPr/>
      <dgm:t>
        <a:bodyPr/>
        <a:lstStyle/>
        <a:p>
          <a:endParaRPr lang="en-US"/>
        </a:p>
      </dgm:t>
    </dgm:pt>
    <dgm:pt modelId="{61270BFD-DC62-4C15-ACE7-3742F6ACEE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Fine-grained services</a:t>
          </a:r>
        </a:p>
      </dgm:t>
    </dgm:pt>
    <dgm:pt modelId="{3C57EBA9-922A-4EC8-B097-70D58BE75B44}" type="parTrans" cxnId="{12C3A12F-B342-495E-9268-BBB422605F60}">
      <dgm:prSet/>
      <dgm:spPr/>
      <dgm:t>
        <a:bodyPr/>
        <a:lstStyle/>
        <a:p>
          <a:endParaRPr lang="en-US"/>
        </a:p>
      </dgm:t>
    </dgm:pt>
    <dgm:pt modelId="{36DC6013-41A8-408F-9AF1-C159DB9195A8}" type="sibTrans" cxnId="{12C3A12F-B342-495E-9268-BBB422605F60}">
      <dgm:prSet/>
      <dgm:spPr/>
      <dgm:t>
        <a:bodyPr/>
        <a:lstStyle/>
        <a:p>
          <a:endParaRPr lang="en-US"/>
        </a:p>
      </dgm:t>
    </dgm:pt>
    <dgm:pt modelId="{089D6340-90C8-417D-B946-B7292D518E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Database-per-service</a:t>
          </a:r>
        </a:p>
      </dgm:t>
    </dgm:pt>
    <dgm:pt modelId="{593E76AE-0457-457F-BCD4-278893D888F5}" type="parTrans" cxnId="{FB04015F-DCC4-45B9-A300-71F7F9A492CE}">
      <dgm:prSet/>
      <dgm:spPr/>
      <dgm:t>
        <a:bodyPr/>
        <a:lstStyle/>
        <a:p>
          <a:endParaRPr lang="en-US"/>
        </a:p>
      </dgm:t>
    </dgm:pt>
    <dgm:pt modelId="{62948691-6807-4B30-9DF7-36F1C5A9162B}" type="sibTrans" cxnId="{FB04015F-DCC4-45B9-A300-71F7F9A492CE}">
      <dgm:prSet/>
      <dgm:spPr/>
      <dgm:t>
        <a:bodyPr/>
        <a:lstStyle/>
        <a:p>
          <a:endParaRPr lang="en-US"/>
        </a:p>
      </dgm:t>
    </dgm:pt>
    <dgm:pt modelId="{92B56A31-F63E-438F-A049-CED5C48550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Direct APIs (REST, gRPC)</a:t>
          </a:r>
        </a:p>
      </dgm:t>
    </dgm:pt>
    <dgm:pt modelId="{A0FB04A5-5DBC-440A-BE0F-41DFF29CD73C}" type="parTrans" cxnId="{DD34E222-D75D-438D-8329-1790A6DF0141}">
      <dgm:prSet/>
      <dgm:spPr/>
      <dgm:t>
        <a:bodyPr/>
        <a:lstStyle/>
        <a:p>
          <a:endParaRPr lang="en-US"/>
        </a:p>
      </dgm:t>
    </dgm:pt>
    <dgm:pt modelId="{5A131DB5-5998-462F-A726-1B43998A96D6}" type="sibTrans" cxnId="{DD34E222-D75D-438D-8329-1790A6DF0141}">
      <dgm:prSet/>
      <dgm:spPr/>
      <dgm:t>
        <a:bodyPr/>
        <a:lstStyle/>
        <a:p>
          <a:endParaRPr lang="en-US"/>
        </a:p>
      </dgm:t>
    </dgm:pt>
    <dgm:pt modelId="{E6FC4B5F-EF94-4351-9350-289426047A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capability focus</a:t>
          </a:r>
        </a:p>
      </dgm:t>
    </dgm:pt>
    <dgm:pt modelId="{E0BA541A-376F-431B-BD86-942E4FC0B1E1}" type="parTrans" cxnId="{E7D4B100-BC92-4321-A871-C5F5931FB70F}">
      <dgm:prSet/>
      <dgm:spPr/>
      <dgm:t>
        <a:bodyPr/>
        <a:lstStyle/>
        <a:p>
          <a:endParaRPr lang="en-US"/>
        </a:p>
      </dgm:t>
    </dgm:pt>
    <dgm:pt modelId="{AF63AE05-23D1-4EBC-9059-175CFF403CE2}" type="sibTrans" cxnId="{E7D4B100-BC92-4321-A871-C5F5931FB70F}">
      <dgm:prSet/>
      <dgm:spPr/>
      <dgm:t>
        <a:bodyPr/>
        <a:lstStyle/>
        <a:p>
          <a:endParaRPr lang="en-US"/>
        </a:p>
      </dgm:t>
    </dgm:pt>
    <dgm:pt modelId="{60C60458-F0DA-461A-9FFC-C64C945B80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Polyglot technology stack</a:t>
          </a:r>
        </a:p>
      </dgm:t>
    </dgm:pt>
    <dgm:pt modelId="{E4F0684B-7DAD-463B-983A-DBADFB74138F}" type="parTrans" cxnId="{842CEFEA-C0A6-4871-A541-E82A70EB3DB9}">
      <dgm:prSet/>
      <dgm:spPr/>
      <dgm:t>
        <a:bodyPr/>
        <a:lstStyle/>
        <a:p>
          <a:endParaRPr lang="en-US"/>
        </a:p>
      </dgm:t>
    </dgm:pt>
    <dgm:pt modelId="{01072ACD-DA09-4BFD-8AD5-5B2C47F2F1C1}" type="sibTrans" cxnId="{842CEFEA-C0A6-4871-A541-E82A70EB3DB9}">
      <dgm:prSet/>
      <dgm:spPr/>
      <dgm:t>
        <a:bodyPr/>
        <a:lstStyle/>
        <a:p>
          <a:endParaRPr lang="en-US"/>
        </a:p>
      </dgm:t>
    </dgm:pt>
    <dgm:pt modelId="{54E65314-3C34-4D64-B8D7-15E7EE14BA60}" type="pres">
      <dgm:prSet presAssocID="{EE1EF5F2-F66C-4EB5-9B80-3BF9EC861E47}" presName="root" presStyleCnt="0">
        <dgm:presLayoutVars>
          <dgm:dir/>
          <dgm:resizeHandles val="exact"/>
        </dgm:presLayoutVars>
      </dgm:prSet>
      <dgm:spPr/>
    </dgm:pt>
    <dgm:pt modelId="{48068C99-E9AA-4906-A6CB-93BE6B2FFF50}" type="pres">
      <dgm:prSet presAssocID="{3B13D7ED-3924-4746-BB84-495F740AC855}" presName="compNode" presStyleCnt="0"/>
      <dgm:spPr/>
    </dgm:pt>
    <dgm:pt modelId="{991AC42D-7ABD-4D01-B806-A841B8348C0D}" type="pres">
      <dgm:prSet presAssocID="{3B13D7ED-3924-4746-BB84-495F740AC855}" presName="bgRect" presStyleLbl="bgShp" presStyleIdx="0" presStyleCnt="2"/>
      <dgm:spPr/>
    </dgm:pt>
    <dgm:pt modelId="{B4ABBB03-41F1-41A5-B618-34802557B006}" type="pres">
      <dgm:prSet presAssocID="{3B13D7ED-3924-4746-BB84-495F740AC85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D1B7F41-C55D-48B6-83F6-44B0F7593521}" type="pres">
      <dgm:prSet presAssocID="{3B13D7ED-3924-4746-BB84-495F740AC855}" presName="spaceRect" presStyleCnt="0"/>
      <dgm:spPr/>
    </dgm:pt>
    <dgm:pt modelId="{E29E28F8-636C-45BF-BBAA-62DB28732080}" type="pres">
      <dgm:prSet presAssocID="{3B13D7ED-3924-4746-BB84-495F740AC855}" presName="parTx" presStyleLbl="revTx" presStyleIdx="0" presStyleCnt="4">
        <dgm:presLayoutVars>
          <dgm:chMax val="0"/>
          <dgm:chPref val="0"/>
        </dgm:presLayoutVars>
      </dgm:prSet>
      <dgm:spPr/>
    </dgm:pt>
    <dgm:pt modelId="{56DD6863-6458-4ABF-BCB3-53DFF99D8100}" type="pres">
      <dgm:prSet presAssocID="{3B13D7ED-3924-4746-BB84-495F740AC855}" presName="desTx" presStyleLbl="revTx" presStyleIdx="1" presStyleCnt="4">
        <dgm:presLayoutVars/>
      </dgm:prSet>
      <dgm:spPr/>
    </dgm:pt>
    <dgm:pt modelId="{613879E5-352D-45AA-BC79-68792ABA3F9B}" type="pres">
      <dgm:prSet presAssocID="{423B46AC-EC47-4A69-8295-C8CBB7C0B3EE}" presName="sibTrans" presStyleCnt="0"/>
      <dgm:spPr/>
    </dgm:pt>
    <dgm:pt modelId="{85992399-36D9-4FE5-8427-DB61041A7A09}" type="pres">
      <dgm:prSet presAssocID="{C292AC91-A596-4B36-8D72-CB2058EC6D2F}" presName="compNode" presStyleCnt="0"/>
      <dgm:spPr/>
    </dgm:pt>
    <dgm:pt modelId="{326E762A-23C0-44AD-A457-92876F7F5166}" type="pres">
      <dgm:prSet presAssocID="{C292AC91-A596-4B36-8D72-CB2058EC6D2F}" presName="bgRect" presStyleLbl="bgShp" presStyleIdx="1" presStyleCnt="2"/>
      <dgm:spPr/>
    </dgm:pt>
    <dgm:pt modelId="{F8FBA598-BEE4-4B28-8CF4-62A5F45B657F}" type="pres">
      <dgm:prSet presAssocID="{C292AC91-A596-4B36-8D72-CB2058EC6D2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86D7473-E8B7-4579-86E4-61310F01217D}" type="pres">
      <dgm:prSet presAssocID="{C292AC91-A596-4B36-8D72-CB2058EC6D2F}" presName="spaceRect" presStyleCnt="0"/>
      <dgm:spPr/>
    </dgm:pt>
    <dgm:pt modelId="{8312D418-F81D-4B2D-86C6-F90EFA579436}" type="pres">
      <dgm:prSet presAssocID="{C292AC91-A596-4B36-8D72-CB2058EC6D2F}" presName="parTx" presStyleLbl="revTx" presStyleIdx="2" presStyleCnt="4">
        <dgm:presLayoutVars>
          <dgm:chMax val="0"/>
          <dgm:chPref val="0"/>
        </dgm:presLayoutVars>
      </dgm:prSet>
      <dgm:spPr/>
    </dgm:pt>
    <dgm:pt modelId="{37D949CC-EB27-45FD-8F6D-6B0CF446759B}" type="pres">
      <dgm:prSet presAssocID="{C292AC91-A596-4B36-8D72-CB2058EC6D2F}" presName="desTx" presStyleLbl="revTx" presStyleIdx="3" presStyleCnt="4">
        <dgm:presLayoutVars/>
      </dgm:prSet>
      <dgm:spPr/>
    </dgm:pt>
  </dgm:ptLst>
  <dgm:cxnLst>
    <dgm:cxn modelId="{E7D4B100-BC92-4321-A871-C5F5931FB70F}" srcId="{C292AC91-A596-4B36-8D72-CB2058EC6D2F}" destId="{E6FC4B5F-EF94-4351-9350-289426047A16}" srcOrd="3" destOrd="0" parTransId="{E0BA541A-376F-431B-BD86-942E4FC0B1E1}" sibTransId="{AF63AE05-23D1-4EBC-9059-175CFF403CE2}"/>
    <dgm:cxn modelId="{8A7C1507-0BC7-470F-A612-DE0E223A8344}" srcId="{3B13D7ED-3924-4746-BB84-495F740AC855}" destId="{0D407D19-E7DB-4E3A-A0A3-2586FCFA81B0}" srcOrd="3" destOrd="0" parTransId="{3DB231EB-8D1F-4509-842F-60BD2C072A94}" sibTransId="{D7FFB4BD-1D2C-405D-B544-36433F59BFC5}"/>
    <dgm:cxn modelId="{61AB1D0E-9B54-41BF-9DA8-227F0C5ABC2B}" type="presOf" srcId="{EE1EF5F2-F66C-4EB5-9B80-3BF9EC861E47}" destId="{54E65314-3C34-4D64-B8D7-15E7EE14BA60}" srcOrd="0" destOrd="0" presId="urn:microsoft.com/office/officeart/2018/2/layout/IconVerticalSolidList"/>
    <dgm:cxn modelId="{DD34E222-D75D-438D-8329-1790A6DF0141}" srcId="{C292AC91-A596-4B36-8D72-CB2058EC6D2F}" destId="{92B56A31-F63E-438F-A049-CED5C485503C}" srcOrd="2" destOrd="0" parTransId="{A0FB04A5-5DBC-440A-BE0F-41DFF29CD73C}" sibTransId="{5A131DB5-5998-462F-A726-1B43998A96D6}"/>
    <dgm:cxn modelId="{12C3A12F-B342-495E-9268-BBB422605F60}" srcId="{C292AC91-A596-4B36-8D72-CB2058EC6D2F}" destId="{61270BFD-DC62-4C15-ACE7-3742F6ACEEC1}" srcOrd="0" destOrd="0" parTransId="{3C57EBA9-922A-4EC8-B097-70D58BE75B44}" sibTransId="{36DC6013-41A8-408F-9AF1-C159DB9195A8}"/>
    <dgm:cxn modelId="{FB04015F-DCC4-45B9-A300-71F7F9A492CE}" srcId="{C292AC91-A596-4B36-8D72-CB2058EC6D2F}" destId="{089D6340-90C8-417D-B946-B7292D518E86}" srcOrd="1" destOrd="0" parTransId="{593E76AE-0457-457F-BCD4-278893D888F5}" sibTransId="{62948691-6807-4B30-9DF7-36F1C5A9162B}"/>
    <dgm:cxn modelId="{156A5C63-658F-43A3-AE73-7847E2609456}" type="presOf" srcId="{3B13D7ED-3924-4746-BB84-495F740AC855}" destId="{E29E28F8-636C-45BF-BBAA-62DB28732080}" srcOrd="0" destOrd="0" presId="urn:microsoft.com/office/officeart/2018/2/layout/IconVerticalSolidList"/>
    <dgm:cxn modelId="{67A9EA6B-B400-464C-9961-FA3E0C2B4FCA}" type="presOf" srcId="{F8F6A8FC-3EF2-4055-ADD0-3F2D87656DF8}" destId="{56DD6863-6458-4ABF-BCB3-53DFF99D8100}" srcOrd="0" destOrd="0" presId="urn:microsoft.com/office/officeart/2018/2/layout/IconVerticalSolidList"/>
    <dgm:cxn modelId="{9B07866C-B2E0-49BB-8A62-5A2E65BB25A1}" type="presOf" srcId="{32E25F94-360B-4DA9-B78A-2285D2169E67}" destId="{56DD6863-6458-4ABF-BCB3-53DFF99D8100}" srcOrd="0" destOrd="1" presId="urn:microsoft.com/office/officeart/2018/2/layout/IconVerticalSolidList"/>
    <dgm:cxn modelId="{88B08870-669C-4B25-B609-7EF872D47251}" srcId="{EE1EF5F2-F66C-4EB5-9B80-3BF9EC861E47}" destId="{C292AC91-A596-4B36-8D72-CB2058EC6D2F}" srcOrd="1" destOrd="0" parTransId="{1FEC8C48-0437-4BC6-A1C8-76D01B44E371}" sibTransId="{2C9EAA3D-AFB9-485B-975A-966612E18B0A}"/>
    <dgm:cxn modelId="{16D24D93-BFD4-46FA-A0D5-5D10CCCD9CFB}" type="presOf" srcId="{7D321E73-A123-4E43-BCD1-B5097378BDC8}" destId="{56DD6863-6458-4ABF-BCB3-53DFF99D8100}" srcOrd="0" destOrd="4" presId="urn:microsoft.com/office/officeart/2018/2/layout/IconVerticalSolidList"/>
    <dgm:cxn modelId="{A6C20598-09A7-499B-914F-0407255B9CA4}" type="presOf" srcId="{92B56A31-F63E-438F-A049-CED5C485503C}" destId="{37D949CC-EB27-45FD-8F6D-6B0CF446759B}" srcOrd="0" destOrd="2" presId="urn:microsoft.com/office/officeart/2018/2/layout/IconVerticalSolidList"/>
    <dgm:cxn modelId="{94EF22A4-E268-492A-AECE-AE65F0314F36}" srcId="{EE1EF5F2-F66C-4EB5-9B80-3BF9EC861E47}" destId="{3B13D7ED-3924-4746-BB84-495F740AC855}" srcOrd="0" destOrd="0" parTransId="{D3307061-4CC1-4042-9D95-2DB4326D5329}" sibTransId="{423B46AC-EC47-4A69-8295-C8CBB7C0B3EE}"/>
    <dgm:cxn modelId="{3417A3A9-ED60-4ACC-846F-DF7EA1E4A662}" type="presOf" srcId="{0D407D19-E7DB-4E3A-A0A3-2586FCFA81B0}" destId="{56DD6863-6458-4ABF-BCB3-53DFF99D8100}" srcOrd="0" destOrd="3" presId="urn:microsoft.com/office/officeart/2018/2/layout/IconVerticalSolidList"/>
    <dgm:cxn modelId="{6FF83CB1-47ED-4B57-AE1E-54A2F74A2820}" srcId="{3B13D7ED-3924-4746-BB84-495F740AC855}" destId="{F8F6A8FC-3EF2-4055-ADD0-3F2D87656DF8}" srcOrd="0" destOrd="0" parTransId="{9F117950-BF5B-493C-B551-08025F268336}" sibTransId="{C2355E74-6A06-4390-A6A9-8CC1C2B91289}"/>
    <dgm:cxn modelId="{D252A6BE-C1FA-4B77-AD09-F34690DA20ED}" srcId="{3B13D7ED-3924-4746-BB84-495F740AC855}" destId="{7D321E73-A123-4E43-BCD1-B5097378BDC8}" srcOrd="4" destOrd="0" parTransId="{B0B1C0CF-6B52-438E-A657-78BB50FF6F1C}" sibTransId="{2D88F7AA-3022-451F-9DF6-9E6164B41E20}"/>
    <dgm:cxn modelId="{53A639C3-1C2E-4596-84EA-029B39E3F166}" srcId="{3B13D7ED-3924-4746-BB84-495F740AC855}" destId="{9C7D9C7E-4E02-49FD-8BAF-75AB852CB17C}" srcOrd="2" destOrd="0" parTransId="{B1E9258C-CD02-458E-B143-8FD333CF2CC1}" sibTransId="{F3B2CA9B-DD7F-4EAC-9AC5-2B51E39C324C}"/>
    <dgm:cxn modelId="{0F3B38C7-6058-4C39-BE86-09EF98191789}" srcId="{3B13D7ED-3924-4746-BB84-495F740AC855}" destId="{32E25F94-360B-4DA9-B78A-2285D2169E67}" srcOrd="1" destOrd="0" parTransId="{C5322ACD-AD0E-49E8-847B-BBE77868B9FC}" sibTransId="{2FFA13CB-15F4-4866-BC6A-63B844D9CC62}"/>
    <dgm:cxn modelId="{030044CF-D5A0-4135-AF17-817F79A6A204}" type="presOf" srcId="{60C60458-F0DA-461A-9FFC-C64C945B804B}" destId="{37D949CC-EB27-45FD-8F6D-6B0CF446759B}" srcOrd="0" destOrd="4" presId="urn:microsoft.com/office/officeart/2018/2/layout/IconVerticalSolidList"/>
    <dgm:cxn modelId="{67EDB2D3-ACBB-45F8-9904-59984CB7D477}" type="presOf" srcId="{C292AC91-A596-4B36-8D72-CB2058EC6D2F}" destId="{8312D418-F81D-4B2D-86C6-F90EFA579436}" srcOrd="0" destOrd="0" presId="urn:microsoft.com/office/officeart/2018/2/layout/IconVerticalSolidList"/>
    <dgm:cxn modelId="{C04F45DE-A662-4C78-9A8D-4452C0228E42}" type="presOf" srcId="{E6FC4B5F-EF94-4351-9350-289426047A16}" destId="{37D949CC-EB27-45FD-8F6D-6B0CF446759B}" srcOrd="0" destOrd="3" presId="urn:microsoft.com/office/officeart/2018/2/layout/IconVerticalSolidList"/>
    <dgm:cxn modelId="{09CC6EDF-A0E5-468C-9C27-C7A57E1027C2}" type="presOf" srcId="{9C7D9C7E-4E02-49FD-8BAF-75AB852CB17C}" destId="{56DD6863-6458-4ABF-BCB3-53DFF99D8100}" srcOrd="0" destOrd="2" presId="urn:microsoft.com/office/officeart/2018/2/layout/IconVerticalSolidList"/>
    <dgm:cxn modelId="{842CEFEA-C0A6-4871-A541-E82A70EB3DB9}" srcId="{C292AC91-A596-4B36-8D72-CB2058EC6D2F}" destId="{60C60458-F0DA-461A-9FFC-C64C945B804B}" srcOrd="4" destOrd="0" parTransId="{E4F0684B-7DAD-463B-983A-DBADFB74138F}" sibTransId="{01072ACD-DA09-4BFD-8AD5-5B2C47F2F1C1}"/>
    <dgm:cxn modelId="{86C06DEB-9762-4175-B0E4-13EC4DFC250A}" type="presOf" srcId="{61270BFD-DC62-4C15-ACE7-3742F6ACEEC1}" destId="{37D949CC-EB27-45FD-8F6D-6B0CF446759B}" srcOrd="0" destOrd="0" presId="urn:microsoft.com/office/officeart/2018/2/layout/IconVerticalSolidList"/>
    <dgm:cxn modelId="{90AC59F8-E1F5-4164-9C24-CB65832F1144}" type="presOf" srcId="{089D6340-90C8-417D-B946-B7292D518E86}" destId="{37D949CC-EB27-45FD-8F6D-6B0CF446759B}" srcOrd="0" destOrd="1" presId="urn:microsoft.com/office/officeart/2018/2/layout/IconVerticalSolidList"/>
    <dgm:cxn modelId="{83AD0351-E058-44DE-A898-5334328F1342}" type="presParOf" srcId="{54E65314-3C34-4D64-B8D7-15E7EE14BA60}" destId="{48068C99-E9AA-4906-A6CB-93BE6B2FFF50}" srcOrd="0" destOrd="0" presId="urn:microsoft.com/office/officeart/2018/2/layout/IconVerticalSolidList"/>
    <dgm:cxn modelId="{557773BA-65ED-46FC-BAD1-0D6D9A6983BB}" type="presParOf" srcId="{48068C99-E9AA-4906-A6CB-93BE6B2FFF50}" destId="{991AC42D-7ABD-4D01-B806-A841B8348C0D}" srcOrd="0" destOrd="0" presId="urn:microsoft.com/office/officeart/2018/2/layout/IconVerticalSolidList"/>
    <dgm:cxn modelId="{A9470B53-8F1D-46D5-85D4-5E512BB8ADCD}" type="presParOf" srcId="{48068C99-E9AA-4906-A6CB-93BE6B2FFF50}" destId="{B4ABBB03-41F1-41A5-B618-34802557B006}" srcOrd="1" destOrd="0" presId="urn:microsoft.com/office/officeart/2018/2/layout/IconVerticalSolidList"/>
    <dgm:cxn modelId="{7F4331FE-0527-44CA-870A-8A466F5D1D9F}" type="presParOf" srcId="{48068C99-E9AA-4906-A6CB-93BE6B2FFF50}" destId="{FD1B7F41-C55D-48B6-83F6-44B0F7593521}" srcOrd="2" destOrd="0" presId="urn:microsoft.com/office/officeart/2018/2/layout/IconVerticalSolidList"/>
    <dgm:cxn modelId="{C1440BFA-62B7-4547-90D5-557131F35A51}" type="presParOf" srcId="{48068C99-E9AA-4906-A6CB-93BE6B2FFF50}" destId="{E29E28F8-636C-45BF-BBAA-62DB28732080}" srcOrd="3" destOrd="0" presId="urn:microsoft.com/office/officeart/2018/2/layout/IconVerticalSolidList"/>
    <dgm:cxn modelId="{F17C7D5C-0D1D-4723-AAC4-DFDCB9800BD7}" type="presParOf" srcId="{48068C99-E9AA-4906-A6CB-93BE6B2FFF50}" destId="{56DD6863-6458-4ABF-BCB3-53DFF99D8100}" srcOrd="4" destOrd="0" presId="urn:microsoft.com/office/officeart/2018/2/layout/IconVerticalSolidList"/>
    <dgm:cxn modelId="{1A77BD2A-B801-4EEA-BA25-D96D7B9ED3E1}" type="presParOf" srcId="{54E65314-3C34-4D64-B8D7-15E7EE14BA60}" destId="{613879E5-352D-45AA-BC79-68792ABA3F9B}" srcOrd="1" destOrd="0" presId="urn:microsoft.com/office/officeart/2018/2/layout/IconVerticalSolidList"/>
    <dgm:cxn modelId="{FB5BD437-F4BC-459F-89CC-DAA0C6174995}" type="presParOf" srcId="{54E65314-3C34-4D64-B8D7-15E7EE14BA60}" destId="{85992399-36D9-4FE5-8427-DB61041A7A09}" srcOrd="2" destOrd="0" presId="urn:microsoft.com/office/officeart/2018/2/layout/IconVerticalSolidList"/>
    <dgm:cxn modelId="{532598E7-5651-4265-8472-6D3CD5EF20D6}" type="presParOf" srcId="{85992399-36D9-4FE5-8427-DB61041A7A09}" destId="{326E762A-23C0-44AD-A457-92876F7F5166}" srcOrd="0" destOrd="0" presId="urn:microsoft.com/office/officeart/2018/2/layout/IconVerticalSolidList"/>
    <dgm:cxn modelId="{26F504CF-2866-4246-8D3D-5BF59562C582}" type="presParOf" srcId="{85992399-36D9-4FE5-8427-DB61041A7A09}" destId="{F8FBA598-BEE4-4B28-8CF4-62A5F45B657F}" srcOrd="1" destOrd="0" presId="urn:microsoft.com/office/officeart/2018/2/layout/IconVerticalSolidList"/>
    <dgm:cxn modelId="{6160ADCA-5786-432B-BF1D-80BAD40A9E22}" type="presParOf" srcId="{85992399-36D9-4FE5-8427-DB61041A7A09}" destId="{C86D7473-E8B7-4579-86E4-61310F01217D}" srcOrd="2" destOrd="0" presId="urn:microsoft.com/office/officeart/2018/2/layout/IconVerticalSolidList"/>
    <dgm:cxn modelId="{B1474697-FF2A-4C44-8B97-40E16A34B94B}" type="presParOf" srcId="{85992399-36D9-4FE5-8427-DB61041A7A09}" destId="{8312D418-F81D-4B2D-86C6-F90EFA579436}" srcOrd="3" destOrd="0" presId="urn:microsoft.com/office/officeart/2018/2/layout/IconVerticalSolidList"/>
    <dgm:cxn modelId="{06ECE465-8669-4FFF-8052-C6EFFC0196D2}" type="presParOf" srcId="{85992399-36D9-4FE5-8427-DB61041A7A09}" destId="{37D949CC-EB27-45FD-8F6D-6B0CF446759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01BD111-C16D-4A43-B4DF-886859A03C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4F4ACD-20A0-4778-870F-6C2E87206F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✓ Benefits</a:t>
          </a:r>
          <a:endParaRPr lang="en-US"/>
        </a:p>
      </dgm:t>
    </dgm:pt>
    <dgm:pt modelId="{C81377C2-968F-44A5-9A01-2978633A35CF}" type="parTrans" cxnId="{B07D8946-1065-4DBB-A2BC-3158815A850B}">
      <dgm:prSet/>
      <dgm:spPr/>
      <dgm:t>
        <a:bodyPr/>
        <a:lstStyle/>
        <a:p>
          <a:endParaRPr lang="en-US"/>
        </a:p>
      </dgm:t>
    </dgm:pt>
    <dgm:pt modelId="{24089DE3-DE56-4176-9E41-E081357A83D9}" type="sibTrans" cxnId="{B07D8946-1065-4DBB-A2BC-3158815A850B}">
      <dgm:prSet/>
      <dgm:spPr/>
      <dgm:t>
        <a:bodyPr/>
        <a:lstStyle/>
        <a:p>
          <a:endParaRPr lang="en-US"/>
        </a:p>
      </dgm:t>
    </dgm:pt>
    <dgm:pt modelId="{06355390-82ED-45AD-BC17-1BC203ACF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Fine-grained services</a:t>
          </a:r>
        </a:p>
      </dgm:t>
    </dgm:pt>
    <dgm:pt modelId="{EA41C6D4-ABAF-41B8-B2DD-8D806CB5A4FB}" type="parTrans" cxnId="{F0B561B9-2AB0-4D0D-A9E3-69EBBA95153B}">
      <dgm:prSet/>
      <dgm:spPr/>
      <dgm:t>
        <a:bodyPr/>
        <a:lstStyle/>
        <a:p>
          <a:endParaRPr lang="en-US"/>
        </a:p>
      </dgm:t>
    </dgm:pt>
    <dgm:pt modelId="{E06A1891-80CD-4D40-BD49-784432FECE20}" type="sibTrans" cxnId="{F0B561B9-2AB0-4D0D-A9E3-69EBBA95153B}">
      <dgm:prSet/>
      <dgm:spPr/>
      <dgm:t>
        <a:bodyPr/>
        <a:lstStyle/>
        <a:p>
          <a:endParaRPr lang="en-US"/>
        </a:p>
      </dgm:t>
    </dgm:pt>
    <dgm:pt modelId="{2B728448-9485-4D38-955F-9EDD069442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Database-per-service</a:t>
          </a:r>
        </a:p>
      </dgm:t>
    </dgm:pt>
    <dgm:pt modelId="{D56D509F-6BAE-4080-8F14-868E499812B4}" type="parTrans" cxnId="{700856AE-8AD8-44FB-8786-AF2C9D22C1BB}">
      <dgm:prSet/>
      <dgm:spPr/>
      <dgm:t>
        <a:bodyPr/>
        <a:lstStyle/>
        <a:p>
          <a:endParaRPr lang="en-US"/>
        </a:p>
      </dgm:t>
    </dgm:pt>
    <dgm:pt modelId="{98332F44-7133-427A-9EC5-DDB6F7240164}" type="sibTrans" cxnId="{700856AE-8AD8-44FB-8786-AF2C9D22C1BB}">
      <dgm:prSet/>
      <dgm:spPr/>
      <dgm:t>
        <a:bodyPr/>
        <a:lstStyle/>
        <a:p>
          <a:endParaRPr lang="en-US"/>
        </a:p>
      </dgm:t>
    </dgm:pt>
    <dgm:pt modelId="{426D32E1-2E4B-4EB3-8D02-C88ED18208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Direct APIs (REST, gRPC)</a:t>
          </a:r>
        </a:p>
      </dgm:t>
    </dgm:pt>
    <dgm:pt modelId="{A7B008C7-C2FE-4FD9-9ABB-F937E4330CCA}" type="parTrans" cxnId="{23E04426-B3A0-4725-80F8-862EA57E8D0A}">
      <dgm:prSet/>
      <dgm:spPr/>
      <dgm:t>
        <a:bodyPr/>
        <a:lstStyle/>
        <a:p>
          <a:endParaRPr lang="en-US"/>
        </a:p>
      </dgm:t>
    </dgm:pt>
    <dgm:pt modelId="{2E3BA771-6439-48FF-9DFA-156CAC897524}" type="sibTrans" cxnId="{23E04426-B3A0-4725-80F8-862EA57E8D0A}">
      <dgm:prSet/>
      <dgm:spPr/>
      <dgm:t>
        <a:bodyPr/>
        <a:lstStyle/>
        <a:p>
          <a:endParaRPr lang="en-US"/>
        </a:p>
      </dgm:t>
    </dgm:pt>
    <dgm:pt modelId="{2239F34D-E116-4251-B2C9-CE88C44E76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capability focus</a:t>
          </a:r>
        </a:p>
      </dgm:t>
    </dgm:pt>
    <dgm:pt modelId="{44516675-81A7-4C5D-9DF1-008A87C4F7B0}" type="parTrans" cxnId="{85CE02E2-D639-443A-9C1E-5E0A591735DB}">
      <dgm:prSet/>
      <dgm:spPr/>
      <dgm:t>
        <a:bodyPr/>
        <a:lstStyle/>
        <a:p>
          <a:endParaRPr lang="en-US"/>
        </a:p>
      </dgm:t>
    </dgm:pt>
    <dgm:pt modelId="{E7E9B69D-F090-454E-8621-ED5047D92B72}" type="sibTrans" cxnId="{85CE02E2-D639-443A-9C1E-5E0A591735DB}">
      <dgm:prSet/>
      <dgm:spPr/>
      <dgm:t>
        <a:bodyPr/>
        <a:lstStyle/>
        <a:p>
          <a:endParaRPr lang="en-US"/>
        </a:p>
      </dgm:t>
    </dgm:pt>
    <dgm:pt modelId="{754B1F84-163B-459B-A428-7160D4743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Polyglot technology stack</a:t>
          </a:r>
        </a:p>
      </dgm:t>
    </dgm:pt>
    <dgm:pt modelId="{2EFD5479-6C3E-4A0F-9ACD-8ABB6FCC50DD}" type="parTrans" cxnId="{076BF9EC-79AC-495D-9F6A-088B18A5A75A}">
      <dgm:prSet/>
      <dgm:spPr/>
      <dgm:t>
        <a:bodyPr/>
        <a:lstStyle/>
        <a:p>
          <a:endParaRPr lang="en-US"/>
        </a:p>
      </dgm:t>
    </dgm:pt>
    <dgm:pt modelId="{BD852B4E-61E2-411E-91A1-F8457043A08A}" type="sibTrans" cxnId="{076BF9EC-79AC-495D-9F6A-088B18A5A75A}">
      <dgm:prSet/>
      <dgm:spPr/>
      <dgm:t>
        <a:bodyPr/>
        <a:lstStyle/>
        <a:p>
          <a:endParaRPr lang="en-US"/>
        </a:p>
      </dgm:t>
    </dgm:pt>
    <dgm:pt modelId="{265D239E-559F-4B95-ADA3-EAD25F63EC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⚠ Challenges</a:t>
          </a:r>
        </a:p>
      </dgm:t>
    </dgm:pt>
    <dgm:pt modelId="{CB8C0B03-EB48-4F66-AA16-36BE9C56A450}" type="parTrans" cxnId="{F46E9216-2E65-4D3E-BDF5-C370F78451D2}">
      <dgm:prSet/>
      <dgm:spPr/>
      <dgm:t>
        <a:bodyPr/>
        <a:lstStyle/>
        <a:p>
          <a:endParaRPr lang="en-US"/>
        </a:p>
      </dgm:t>
    </dgm:pt>
    <dgm:pt modelId="{36AB6531-4AAE-4086-9539-0605B32FA6BA}" type="sibTrans" cxnId="{F46E9216-2E65-4D3E-BDF5-C370F78451D2}">
      <dgm:prSet/>
      <dgm:spPr/>
      <dgm:t>
        <a:bodyPr/>
        <a:lstStyle/>
        <a:p>
          <a:endParaRPr lang="en-US"/>
        </a:p>
      </dgm:t>
    </dgm:pt>
    <dgm:pt modelId="{E91F3DC6-FEA9-49B8-95F6-C2009C15A7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Operational complexity</a:t>
          </a:r>
        </a:p>
      </dgm:t>
    </dgm:pt>
    <dgm:pt modelId="{21C239E9-CA8F-434D-9610-2066647958D1}" type="parTrans" cxnId="{7A150329-40C4-45AA-8A38-1CAB57B5D1A8}">
      <dgm:prSet/>
      <dgm:spPr/>
      <dgm:t>
        <a:bodyPr/>
        <a:lstStyle/>
        <a:p>
          <a:endParaRPr lang="en-US"/>
        </a:p>
      </dgm:t>
    </dgm:pt>
    <dgm:pt modelId="{7CFA7A17-D228-4D94-856D-D1E73C1548C1}" type="sibTrans" cxnId="{7A150329-40C4-45AA-8A38-1CAB57B5D1A8}">
      <dgm:prSet/>
      <dgm:spPr/>
      <dgm:t>
        <a:bodyPr/>
        <a:lstStyle/>
        <a:p>
          <a:endParaRPr lang="en-US"/>
        </a:p>
      </dgm:t>
    </dgm:pt>
    <dgm:pt modelId="{3DB7A385-27E1-4961-BC49-5A981E08F1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Network latency</a:t>
          </a:r>
        </a:p>
      </dgm:t>
    </dgm:pt>
    <dgm:pt modelId="{806FCBD6-CFB3-46A2-A833-5D058FF42EEB}" type="parTrans" cxnId="{326FF31A-B89A-4B66-9113-2018C1E66C3E}">
      <dgm:prSet/>
      <dgm:spPr/>
      <dgm:t>
        <a:bodyPr/>
        <a:lstStyle/>
        <a:p>
          <a:endParaRPr lang="en-US"/>
        </a:p>
      </dgm:t>
    </dgm:pt>
    <dgm:pt modelId="{2D1C5C86-E7AE-42AE-BAC5-35E0FF8D99B2}" type="sibTrans" cxnId="{326FF31A-B89A-4B66-9113-2018C1E66C3E}">
      <dgm:prSet/>
      <dgm:spPr/>
      <dgm:t>
        <a:bodyPr/>
        <a:lstStyle/>
        <a:p>
          <a:endParaRPr lang="en-US"/>
        </a:p>
      </dgm:t>
    </dgm:pt>
    <dgm:pt modelId="{CAAB2BFE-53C7-4654-95D6-763B46C4CB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consistency</a:t>
          </a:r>
        </a:p>
      </dgm:t>
    </dgm:pt>
    <dgm:pt modelId="{BEAFC16F-59F1-4D45-958A-F1FCCAC37FD4}" type="parTrans" cxnId="{B1E7005F-4C25-4AFD-98F2-8673E18B22D9}">
      <dgm:prSet/>
      <dgm:spPr/>
      <dgm:t>
        <a:bodyPr/>
        <a:lstStyle/>
        <a:p>
          <a:endParaRPr lang="en-US"/>
        </a:p>
      </dgm:t>
    </dgm:pt>
    <dgm:pt modelId="{51E8DBCB-4D46-4F12-905A-19C195225940}" type="sibTrans" cxnId="{B1E7005F-4C25-4AFD-98F2-8673E18B22D9}">
      <dgm:prSet/>
      <dgm:spPr/>
      <dgm:t>
        <a:bodyPr/>
        <a:lstStyle/>
        <a:p>
          <a:endParaRPr lang="en-US"/>
        </a:p>
      </dgm:t>
    </dgm:pt>
    <dgm:pt modelId="{06B468D2-B34A-4FB8-BE35-5B70145E16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Distributed debugging</a:t>
          </a:r>
        </a:p>
      </dgm:t>
    </dgm:pt>
    <dgm:pt modelId="{04510EB7-A00C-443D-B720-D089649F0826}" type="parTrans" cxnId="{954A8193-42F5-469C-9E8C-1813437BBE95}">
      <dgm:prSet/>
      <dgm:spPr/>
      <dgm:t>
        <a:bodyPr/>
        <a:lstStyle/>
        <a:p>
          <a:endParaRPr lang="en-US"/>
        </a:p>
      </dgm:t>
    </dgm:pt>
    <dgm:pt modelId="{2550A4F4-0BDA-4A1C-B309-846FA9FE2FD1}" type="sibTrans" cxnId="{954A8193-42F5-469C-9E8C-1813437BBE95}">
      <dgm:prSet/>
      <dgm:spPr/>
      <dgm:t>
        <a:bodyPr/>
        <a:lstStyle/>
        <a:p>
          <a:endParaRPr lang="en-US"/>
        </a:p>
      </dgm:t>
    </dgm:pt>
    <dgm:pt modelId="{6962934B-0CCB-4ADF-9490-A707545EDE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Requires DevOps culture</a:t>
          </a:r>
        </a:p>
      </dgm:t>
    </dgm:pt>
    <dgm:pt modelId="{3F5965A0-2B04-431B-BA37-4BDA86FDC686}" type="parTrans" cxnId="{26DAC1CC-03BC-4770-A4A7-7377DA1129E5}">
      <dgm:prSet/>
      <dgm:spPr/>
      <dgm:t>
        <a:bodyPr/>
        <a:lstStyle/>
        <a:p>
          <a:endParaRPr lang="en-US"/>
        </a:p>
      </dgm:t>
    </dgm:pt>
    <dgm:pt modelId="{5FE35338-E301-4E93-8739-3C7D01BA3A4B}" type="sibTrans" cxnId="{26DAC1CC-03BC-4770-A4A7-7377DA1129E5}">
      <dgm:prSet/>
      <dgm:spPr/>
      <dgm:t>
        <a:bodyPr/>
        <a:lstStyle/>
        <a:p>
          <a:endParaRPr lang="en-US"/>
        </a:p>
      </dgm:t>
    </dgm:pt>
    <dgm:pt modelId="{09BD8D99-42F9-4C85-863B-069F49348FFE}" type="pres">
      <dgm:prSet presAssocID="{C01BD111-C16D-4A43-B4DF-886859A03C81}" presName="root" presStyleCnt="0">
        <dgm:presLayoutVars>
          <dgm:dir/>
          <dgm:resizeHandles val="exact"/>
        </dgm:presLayoutVars>
      </dgm:prSet>
      <dgm:spPr/>
    </dgm:pt>
    <dgm:pt modelId="{A29E02F5-CE1D-45E5-BAB4-AB323EC9514D}" type="pres">
      <dgm:prSet presAssocID="{814F4ACD-20A0-4778-870F-6C2E87206F10}" presName="compNode" presStyleCnt="0"/>
      <dgm:spPr/>
    </dgm:pt>
    <dgm:pt modelId="{96948321-E7B1-40F3-BA84-B73285011D09}" type="pres">
      <dgm:prSet presAssocID="{814F4ACD-20A0-4778-870F-6C2E87206F10}" presName="bgRect" presStyleLbl="bgShp" presStyleIdx="0" presStyleCnt="2"/>
      <dgm:spPr/>
    </dgm:pt>
    <dgm:pt modelId="{A85E5D7D-BF7B-4083-B975-5EE5AE396D24}" type="pres">
      <dgm:prSet presAssocID="{814F4ACD-20A0-4778-870F-6C2E87206F1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91398AD-EBCE-4044-84E6-D493AFDE78FA}" type="pres">
      <dgm:prSet presAssocID="{814F4ACD-20A0-4778-870F-6C2E87206F10}" presName="spaceRect" presStyleCnt="0"/>
      <dgm:spPr/>
    </dgm:pt>
    <dgm:pt modelId="{B7AC1B01-910D-4D93-B785-810E4DC032AA}" type="pres">
      <dgm:prSet presAssocID="{814F4ACD-20A0-4778-870F-6C2E87206F10}" presName="parTx" presStyleLbl="revTx" presStyleIdx="0" presStyleCnt="4">
        <dgm:presLayoutVars>
          <dgm:chMax val="0"/>
          <dgm:chPref val="0"/>
        </dgm:presLayoutVars>
      </dgm:prSet>
      <dgm:spPr/>
    </dgm:pt>
    <dgm:pt modelId="{0B7E9077-01BF-4A8F-8441-D967D404B05C}" type="pres">
      <dgm:prSet presAssocID="{814F4ACD-20A0-4778-870F-6C2E87206F10}" presName="desTx" presStyleLbl="revTx" presStyleIdx="1" presStyleCnt="4">
        <dgm:presLayoutVars/>
      </dgm:prSet>
      <dgm:spPr/>
    </dgm:pt>
    <dgm:pt modelId="{C8D79E63-AB32-4507-85B9-1440EAC1A00A}" type="pres">
      <dgm:prSet presAssocID="{24089DE3-DE56-4176-9E41-E081357A83D9}" presName="sibTrans" presStyleCnt="0"/>
      <dgm:spPr/>
    </dgm:pt>
    <dgm:pt modelId="{0F85A9A6-4865-4D72-927A-D2C62B07BEED}" type="pres">
      <dgm:prSet presAssocID="{265D239E-559F-4B95-ADA3-EAD25F63ECAA}" presName="compNode" presStyleCnt="0"/>
      <dgm:spPr/>
    </dgm:pt>
    <dgm:pt modelId="{0A5D722F-FDD3-4B02-B4ED-4B38951C81F6}" type="pres">
      <dgm:prSet presAssocID="{265D239E-559F-4B95-ADA3-EAD25F63ECAA}" presName="bgRect" presStyleLbl="bgShp" presStyleIdx="1" presStyleCnt="2"/>
      <dgm:spPr/>
    </dgm:pt>
    <dgm:pt modelId="{A4C72807-A3B7-4067-B8C1-F26E2F02E164}" type="pres">
      <dgm:prSet presAssocID="{265D239E-559F-4B95-ADA3-EAD25F63ECA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46CA62F-588E-4014-BAC4-2DE4FBD99C28}" type="pres">
      <dgm:prSet presAssocID="{265D239E-559F-4B95-ADA3-EAD25F63ECAA}" presName="spaceRect" presStyleCnt="0"/>
      <dgm:spPr/>
    </dgm:pt>
    <dgm:pt modelId="{4C2673D5-EED3-42CF-9B35-BDB962E12CD6}" type="pres">
      <dgm:prSet presAssocID="{265D239E-559F-4B95-ADA3-EAD25F63ECAA}" presName="parTx" presStyleLbl="revTx" presStyleIdx="2" presStyleCnt="4">
        <dgm:presLayoutVars>
          <dgm:chMax val="0"/>
          <dgm:chPref val="0"/>
        </dgm:presLayoutVars>
      </dgm:prSet>
      <dgm:spPr/>
    </dgm:pt>
    <dgm:pt modelId="{132C9521-9079-4B52-B558-34FD06AF153E}" type="pres">
      <dgm:prSet presAssocID="{265D239E-559F-4B95-ADA3-EAD25F63ECAA}" presName="desTx" presStyleLbl="revTx" presStyleIdx="3" presStyleCnt="4">
        <dgm:presLayoutVars/>
      </dgm:prSet>
      <dgm:spPr/>
    </dgm:pt>
  </dgm:ptLst>
  <dgm:cxnLst>
    <dgm:cxn modelId="{4C72D105-837F-44E7-97AF-D6811B9789A1}" type="presOf" srcId="{2B728448-9485-4D38-955F-9EDD0694420E}" destId="{0B7E9077-01BF-4A8F-8441-D967D404B05C}" srcOrd="0" destOrd="1" presId="urn:microsoft.com/office/officeart/2018/2/layout/IconVerticalSolidList"/>
    <dgm:cxn modelId="{9EC8DD07-922A-4445-91DA-6848B1B0C2D1}" type="presOf" srcId="{426D32E1-2E4B-4EB3-8D02-C88ED1820851}" destId="{0B7E9077-01BF-4A8F-8441-D967D404B05C}" srcOrd="0" destOrd="2" presId="urn:microsoft.com/office/officeart/2018/2/layout/IconVerticalSolidList"/>
    <dgm:cxn modelId="{F46E9216-2E65-4D3E-BDF5-C370F78451D2}" srcId="{C01BD111-C16D-4A43-B4DF-886859A03C81}" destId="{265D239E-559F-4B95-ADA3-EAD25F63ECAA}" srcOrd="1" destOrd="0" parTransId="{CB8C0B03-EB48-4F66-AA16-36BE9C56A450}" sibTransId="{36AB6531-4AAE-4086-9539-0605B32FA6BA}"/>
    <dgm:cxn modelId="{326FF31A-B89A-4B66-9113-2018C1E66C3E}" srcId="{265D239E-559F-4B95-ADA3-EAD25F63ECAA}" destId="{3DB7A385-27E1-4961-BC49-5A981E08F1C7}" srcOrd="1" destOrd="0" parTransId="{806FCBD6-CFB3-46A2-A833-5D058FF42EEB}" sibTransId="{2D1C5C86-E7AE-42AE-BAC5-35E0FF8D99B2}"/>
    <dgm:cxn modelId="{9CA21B21-121C-41EF-9F0F-39DE7E253AFC}" type="presOf" srcId="{C01BD111-C16D-4A43-B4DF-886859A03C81}" destId="{09BD8D99-42F9-4C85-863B-069F49348FFE}" srcOrd="0" destOrd="0" presId="urn:microsoft.com/office/officeart/2018/2/layout/IconVerticalSolidList"/>
    <dgm:cxn modelId="{23E04426-B3A0-4725-80F8-862EA57E8D0A}" srcId="{814F4ACD-20A0-4778-870F-6C2E87206F10}" destId="{426D32E1-2E4B-4EB3-8D02-C88ED1820851}" srcOrd="2" destOrd="0" parTransId="{A7B008C7-C2FE-4FD9-9ABB-F937E4330CCA}" sibTransId="{2E3BA771-6439-48FF-9DFA-156CAC897524}"/>
    <dgm:cxn modelId="{7A150329-40C4-45AA-8A38-1CAB57B5D1A8}" srcId="{265D239E-559F-4B95-ADA3-EAD25F63ECAA}" destId="{E91F3DC6-FEA9-49B8-95F6-C2009C15A76A}" srcOrd="0" destOrd="0" parTransId="{21C239E9-CA8F-434D-9610-2066647958D1}" sibTransId="{7CFA7A17-D228-4D94-856D-D1E73C1548C1}"/>
    <dgm:cxn modelId="{5203402B-BA09-4BCB-B8A3-30C00ABE9E3F}" type="presOf" srcId="{754B1F84-163B-459B-A428-7160D47430D1}" destId="{0B7E9077-01BF-4A8F-8441-D967D404B05C}" srcOrd="0" destOrd="4" presId="urn:microsoft.com/office/officeart/2018/2/layout/IconVerticalSolidList"/>
    <dgm:cxn modelId="{B1E7005F-4C25-4AFD-98F2-8673E18B22D9}" srcId="{265D239E-559F-4B95-ADA3-EAD25F63ECAA}" destId="{CAAB2BFE-53C7-4654-95D6-763B46C4CBCA}" srcOrd="2" destOrd="0" parTransId="{BEAFC16F-59F1-4D45-958A-F1FCCAC37FD4}" sibTransId="{51E8DBCB-4D46-4F12-905A-19C195225940}"/>
    <dgm:cxn modelId="{BEE3EE62-8E5D-4FED-BB01-FA20CA6322D3}" type="presOf" srcId="{CAAB2BFE-53C7-4654-95D6-763B46C4CBCA}" destId="{132C9521-9079-4B52-B558-34FD06AF153E}" srcOrd="0" destOrd="2" presId="urn:microsoft.com/office/officeart/2018/2/layout/IconVerticalSolidList"/>
    <dgm:cxn modelId="{B07D8946-1065-4DBB-A2BC-3158815A850B}" srcId="{C01BD111-C16D-4A43-B4DF-886859A03C81}" destId="{814F4ACD-20A0-4778-870F-6C2E87206F10}" srcOrd="0" destOrd="0" parTransId="{C81377C2-968F-44A5-9A01-2978633A35CF}" sibTransId="{24089DE3-DE56-4176-9E41-E081357A83D9}"/>
    <dgm:cxn modelId="{82FDFA6E-5FD1-4DCD-8E93-E3048E1B5CC1}" type="presOf" srcId="{814F4ACD-20A0-4778-870F-6C2E87206F10}" destId="{B7AC1B01-910D-4D93-B785-810E4DC032AA}" srcOrd="0" destOrd="0" presId="urn:microsoft.com/office/officeart/2018/2/layout/IconVerticalSolidList"/>
    <dgm:cxn modelId="{4339E77A-755B-4607-BE2F-CBCFD90C1022}" type="presOf" srcId="{6962934B-0CCB-4ADF-9490-A707545EDE4B}" destId="{132C9521-9079-4B52-B558-34FD06AF153E}" srcOrd="0" destOrd="4" presId="urn:microsoft.com/office/officeart/2018/2/layout/IconVerticalSolidList"/>
    <dgm:cxn modelId="{46715283-7A78-40DD-BDAC-50359925C744}" type="presOf" srcId="{06B468D2-B34A-4FB8-BE35-5B70145E1654}" destId="{132C9521-9079-4B52-B558-34FD06AF153E}" srcOrd="0" destOrd="3" presId="urn:microsoft.com/office/officeart/2018/2/layout/IconVerticalSolidList"/>
    <dgm:cxn modelId="{CAAE788F-A945-4539-BB53-77C04B18D39D}" type="presOf" srcId="{2239F34D-E116-4251-B2C9-CE88C44E766E}" destId="{0B7E9077-01BF-4A8F-8441-D967D404B05C}" srcOrd="0" destOrd="3" presId="urn:microsoft.com/office/officeart/2018/2/layout/IconVerticalSolidList"/>
    <dgm:cxn modelId="{954A8193-42F5-469C-9E8C-1813437BBE95}" srcId="{265D239E-559F-4B95-ADA3-EAD25F63ECAA}" destId="{06B468D2-B34A-4FB8-BE35-5B70145E1654}" srcOrd="3" destOrd="0" parTransId="{04510EB7-A00C-443D-B720-D089649F0826}" sibTransId="{2550A4F4-0BDA-4A1C-B309-846FA9FE2FD1}"/>
    <dgm:cxn modelId="{8296539D-5A4C-4BE8-89D1-17D35C7C523F}" type="presOf" srcId="{3DB7A385-27E1-4961-BC49-5A981E08F1C7}" destId="{132C9521-9079-4B52-B558-34FD06AF153E}" srcOrd="0" destOrd="1" presId="urn:microsoft.com/office/officeart/2018/2/layout/IconVerticalSolidList"/>
    <dgm:cxn modelId="{4BE513A8-61B7-4B97-9402-7EC676441B87}" type="presOf" srcId="{06355390-82ED-45AD-BC17-1BC203ACF193}" destId="{0B7E9077-01BF-4A8F-8441-D967D404B05C}" srcOrd="0" destOrd="0" presId="urn:microsoft.com/office/officeart/2018/2/layout/IconVerticalSolidList"/>
    <dgm:cxn modelId="{700856AE-8AD8-44FB-8786-AF2C9D22C1BB}" srcId="{814F4ACD-20A0-4778-870F-6C2E87206F10}" destId="{2B728448-9485-4D38-955F-9EDD0694420E}" srcOrd="1" destOrd="0" parTransId="{D56D509F-6BAE-4080-8F14-868E499812B4}" sibTransId="{98332F44-7133-427A-9EC5-DDB6F7240164}"/>
    <dgm:cxn modelId="{F0B561B9-2AB0-4D0D-A9E3-69EBBA95153B}" srcId="{814F4ACD-20A0-4778-870F-6C2E87206F10}" destId="{06355390-82ED-45AD-BC17-1BC203ACF193}" srcOrd="0" destOrd="0" parTransId="{EA41C6D4-ABAF-41B8-B2DD-8D806CB5A4FB}" sibTransId="{E06A1891-80CD-4D40-BD49-784432FECE20}"/>
    <dgm:cxn modelId="{26DAC1CC-03BC-4770-A4A7-7377DA1129E5}" srcId="{265D239E-559F-4B95-ADA3-EAD25F63ECAA}" destId="{6962934B-0CCB-4ADF-9490-A707545EDE4B}" srcOrd="4" destOrd="0" parTransId="{3F5965A0-2B04-431B-BA37-4BDA86FDC686}" sibTransId="{5FE35338-E301-4E93-8739-3C7D01BA3A4B}"/>
    <dgm:cxn modelId="{85CE02E2-D639-443A-9C1E-5E0A591735DB}" srcId="{814F4ACD-20A0-4778-870F-6C2E87206F10}" destId="{2239F34D-E116-4251-B2C9-CE88C44E766E}" srcOrd="3" destOrd="0" parTransId="{44516675-81A7-4C5D-9DF1-008A87C4F7B0}" sibTransId="{E7E9B69D-F090-454E-8621-ED5047D92B72}"/>
    <dgm:cxn modelId="{076BF9EC-79AC-495D-9F6A-088B18A5A75A}" srcId="{814F4ACD-20A0-4778-870F-6C2E87206F10}" destId="{754B1F84-163B-459B-A428-7160D47430D1}" srcOrd="4" destOrd="0" parTransId="{2EFD5479-6C3E-4A0F-9ACD-8ABB6FCC50DD}" sibTransId="{BD852B4E-61E2-411E-91A1-F8457043A08A}"/>
    <dgm:cxn modelId="{C53CFFFC-0C0C-4C14-AE83-D001F64F65ED}" type="presOf" srcId="{265D239E-559F-4B95-ADA3-EAD25F63ECAA}" destId="{4C2673D5-EED3-42CF-9B35-BDB962E12CD6}" srcOrd="0" destOrd="0" presId="urn:microsoft.com/office/officeart/2018/2/layout/IconVerticalSolidList"/>
    <dgm:cxn modelId="{0FBF42FD-7BA3-4DE3-9FB1-6CC58493C2EE}" type="presOf" srcId="{E91F3DC6-FEA9-49B8-95F6-C2009C15A76A}" destId="{132C9521-9079-4B52-B558-34FD06AF153E}" srcOrd="0" destOrd="0" presId="urn:microsoft.com/office/officeart/2018/2/layout/IconVerticalSolidList"/>
    <dgm:cxn modelId="{349D17CB-B22E-460A-8BBB-109C0F0BA3B6}" type="presParOf" srcId="{09BD8D99-42F9-4C85-863B-069F49348FFE}" destId="{A29E02F5-CE1D-45E5-BAB4-AB323EC9514D}" srcOrd="0" destOrd="0" presId="urn:microsoft.com/office/officeart/2018/2/layout/IconVerticalSolidList"/>
    <dgm:cxn modelId="{CB068B65-3785-4DA8-BC0B-827A5574B1A1}" type="presParOf" srcId="{A29E02F5-CE1D-45E5-BAB4-AB323EC9514D}" destId="{96948321-E7B1-40F3-BA84-B73285011D09}" srcOrd="0" destOrd="0" presId="urn:microsoft.com/office/officeart/2018/2/layout/IconVerticalSolidList"/>
    <dgm:cxn modelId="{C700D8F7-EB57-4CA7-B9D1-2703A5AC535D}" type="presParOf" srcId="{A29E02F5-CE1D-45E5-BAB4-AB323EC9514D}" destId="{A85E5D7D-BF7B-4083-B975-5EE5AE396D24}" srcOrd="1" destOrd="0" presId="urn:microsoft.com/office/officeart/2018/2/layout/IconVerticalSolidList"/>
    <dgm:cxn modelId="{FA7AD19B-B75C-4185-9E41-9087B1E0B45B}" type="presParOf" srcId="{A29E02F5-CE1D-45E5-BAB4-AB323EC9514D}" destId="{B91398AD-EBCE-4044-84E6-D493AFDE78FA}" srcOrd="2" destOrd="0" presId="urn:microsoft.com/office/officeart/2018/2/layout/IconVerticalSolidList"/>
    <dgm:cxn modelId="{EADB8F30-3B02-4403-98A0-A21047BAB17F}" type="presParOf" srcId="{A29E02F5-CE1D-45E5-BAB4-AB323EC9514D}" destId="{B7AC1B01-910D-4D93-B785-810E4DC032AA}" srcOrd="3" destOrd="0" presId="urn:microsoft.com/office/officeart/2018/2/layout/IconVerticalSolidList"/>
    <dgm:cxn modelId="{46D3D4B0-7A55-4183-B718-DF29DCE39B5F}" type="presParOf" srcId="{A29E02F5-CE1D-45E5-BAB4-AB323EC9514D}" destId="{0B7E9077-01BF-4A8F-8441-D967D404B05C}" srcOrd="4" destOrd="0" presId="urn:microsoft.com/office/officeart/2018/2/layout/IconVerticalSolidList"/>
    <dgm:cxn modelId="{023A81A9-BB88-40EE-96A6-D333D924113D}" type="presParOf" srcId="{09BD8D99-42F9-4C85-863B-069F49348FFE}" destId="{C8D79E63-AB32-4507-85B9-1440EAC1A00A}" srcOrd="1" destOrd="0" presId="urn:microsoft.com/office/officeart/2018/2/layout/IconVerticalSolidList"/>
    <dgm:cxn modelId="{4DD47342-A967-4DE3-AEE3-E5B1B8B9020A}" type="presParOf" srcId="{09BD8D99-42F9-4C85-863B-069F49348FFE}" destId="{0F85A9A6-4865-4D72-927A-D2C62B07BEED}" srcOrd="2" destOrd="0" presId="urn:microsoft.com/office/officeart/2018/2/layout/IconVerticalSolidList"/>
    <dgm:cxn modelId="{BAC717D3-E18A-4EB6-AFB5-650FACE1D18D}" type="presParOf" srcId="{0F85A9A6-4865-4D72-927A-D2C62B07BEED}" destId="{0A5D722F-FDD3-4B02-B4ED-4B38951C81F6}" srcOrd="0" destOrd="0" presId="urn:microsoft.com/office/officeart/2018/2/layout/IconVerticalSolidList"/>
    <dgm:cxn modelId="{3C672AD0-D927-4805-87E1-6840D6D9CD7F}" type="presParOf" srcId="{0F85A9A6-4865-4D72-927A-D2C62B07BEED}" destId="{A4C72807-A3B7-4067-B8C1-F26E2F02E164}" srcOrd="1" destOrd="0" presId="urn:microsoft.com/office/officeart/2018/2/layout/IconVerticalSolidList"/>
    <dgm:cxn modelId="{79430445-B658-45B5-8B00-2FAC1D39D18D}" type="presParOf" srcId="{0F85A9A6-4865-4D72-927A-D2C62B07BEED}" destId="{446CA62F-588E-4014-BAC4-2DE4FBD99C28}" srcOrd="2" destOrd="0" presId="urn:microsoft.com/office/officeart/2018/2/layout/IconVerticalSolidList"/>
    <dgm:cxn modelId="{B47D57EC-2A86-4F31-8570-35A474F03BEA}" type="presParOf" srcId="{0F85A9A6-4865-4D72-927A-D2C62B07BEED}" destId="{4C2673D5-EED3-42CF-9B35-BDB962E12CD6}" srcOrd="3" destOrd="0" presId="urn:microsoft.com/office/officeart/2018/2/layout/IconVerticalSolidList"/>
    <dgm:cxn modelId="{128FAC1D-6C05-4014-8194-6E039D10D8EF}" type="presParOf" srcId="{0F85A9A6-4865-4D72-927A-D2C62B07BEED}" destId="{132C9521-9079-4B52-B558-34FD06AF153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3651621-CD35-462E-A12E-8B47D8936E88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62E5940-9765-43CA-B629-B50064A67763}">
      <dgm:prSet/>
      <dgm:spPr/>
      <dgm:t>
        <a:bodyPr/>
        <a:lstStyle/>
        <a:p>
          <a:r>
            <a:rPr lang="en-US" b="1"/>
            <a:t>Service Autonomy</a:t>
          </a:r>
        </a:p>
        <a:p>
          <a:r>
            <a:rPr lang="en-US"/>
            <a:t>Each service operates independently, owns its data, makes its own decisions</a:t>
          </a:r>
        </a:p>
      </dgm:t>
    </dgm:pt>
    <dgm:pt modelId="{DB3D5E9E-559D-47F3-93B0-B12068B16620}" type="parTrans" cxnId="{AA7D0F78-3E04-4F2D-80C5-4254D6B154AC}">
      <dgm:prSet/>
      <dgm:spPr/>
      <dgm:t>
        <a:bodyPr/>
        <a:lstStyle/>
        <a:p>
          <a:endParaRPr lang="en-US"/>
        </a:p>
      </dgm:t>
    </dgm:pt>
    <dgm:pt modelId="{9F84ECDF-971C-4F0B-B1C5-631E2020247C}" type="sibTrans" cxnId="{AA7D0F78-3E04-4F2D-80C5-4254D6B154AC}">
      <dgm:prSet/>
      <dgm:spPr/>
      <dgm:t>
        <a:bodyPr/>
        <a:lstStyle/>
        <a:p>
          <a:endParaRPr lang="en-US"/>
        </a:p>
      </dgm:t>
    </dgm:pt>
    <dgm:pt modelId="{9F29C448-CAAB-4560-9F41-176B3895A7E6}">
      <dgm:prSet/>
      <dgm:spPr/>
      <dgm:t>
        <a:bodyPr/>
        <a:lstStyle/>
        <a:p>
          <a:r>
            <a:rPr lang="en-US" b="1"/>
            <a:t>Business Alignment</a:t>
          </a:r>
          <a:r>
            <a:rPr lang="en-US"/>
            <a:t> </a:t>
          </a:r>
        </a:p>
        <a:p>
          <a:r>
            <a:rPr lang="en-US"/>
            <a:t>Services map to business capabilities, not technical layers</a:t>
          </a:r>
        </a:p>
      </dgm:t>
    </dgm:pt>
    <dgm:pt modelId="{4720B8A4-4AA0-4092-A5F4-DF74B2865958}" type="parTrans" cxnId="{13F2F371-3A9A-4C58-96EA-1858A247F88F}">
      <dgm:prSet/>
      <dgm:spPr/>
      <dgm:t>
        <a:bodyPr/>
        <a:lstStyle/>
        <a:p>
          <a:endParaRPr lang="en-US"/>
        </a:p>
      </dgm:t>
    </dgm:pt>
    <dgm:pt modelId="{C45D6126-07A8-4D01-91A0-E1EE579FDCD9}" type="sibTrans" cxnId="{13F2F371-3A9A-4C58-96EA-1858A247F88F}">
      <dgm:prSet/>
      <dgm:spPr/>
      <dgm:t>
        <a:bodyPr/>
        <a:lstStyle/>
        <a:p>
          <a:endParaRPr lang="en-US"/>
        </a:p>
      </dgm:t>
    </dgm:pt>
    <dgm:pt modelId="{8D00DE2B-2ED5-4C2A-B30D-60F258D9D532}">
      <dgm:prSet/>
      <dgm:spPr/>
      <dgm:t>
        <a:bodyPr/>
        <a:lstStyle/>
        <a:p>
          <a:r>
            <a:rPr lang="en-US" b="1"/>
            <a:t>Resilience by Design</a:t>
          </a:r>
          <a:r>
            <a:rPr lang="en-US"/>
            <a:t> </a:t>
          </a:r>
        </a:p>
        <a:p>
          <a:r>
            <a:rPr lang="en-US"/>
            <a:t>System survives individual service failures</a:t>
          </a:r>
        </a:p>
      </dgm:t>
    </dgm:pt>
    <dgm:pt modelId="{463A47E5-DA7F-4424-AED5-C6E0414B8E80}" type="parTrans" cxnId="{43809571-9348-4C4D-BB47-C6CA31D2428C}">
      <dgm:prSet/>
      <dgm:spPr/>
      <dgm:t>
        <a:bodyPr/>
        <a:lstStyle/>
        <a:p>
          <a:endParaRPr lang="en-US"/>
        </a:p>
      </dgm:t>
    </dgm:pt>
    <dgm:pt modelId="{BBA0930A-58B8-4555-8D1C-F7A4ABB9CBF8}" type="sibTrans" cxnId="{43809571-9348-4C4D-BB47-C6CA31D2428C}">
      <dgm:prSet/>
      <dgm:spPr/>
      <dgm:t>
        <a:bodyPr/>
        <a:lstStyle/>
        <a:p>
          <a:endParaRPr lang="en-US"/>
        </a:p>
      </dgm:t>
    </dgm:pt>
    <dgm:pt modelId="{5ED6E0F4-EED8-4F8F-B330-D3BCDAB0B14D}">
      <dgm:prSet/>
      <dgm:spPr/>
      <dgm:t>
        <a:bodyPr/>
        <a:lstStyle/>
        <a:p>
          <a:r>
            <a:rPr lang="en-US" b="1"/>
            <a:t>Observable</a:t>
          </a:r>
          <a:r>
            <a:rPr lang="en-US"/>
            <a:t> </a:t>
          </a:r>
        </a:p>
        <a:p>
          <a:r>
            <a:rPr lang="en-US"/>
            <a:t>All services instrumented for monitoring and debugging</a:t>
          </a:r>
        </a:p>
      </dgm:t>
    </dgm:pt>
    <dgm:pt modelId="{C6D82600-2FC3-465E-86E4-1EC9E53EC9D4}" type="parTrans" cxnId="{90B48550-7DFD-4DA9-AA4C-9B4632E82428}">
      <dgm:prSet/>
      <dgm:spPr/>
      <dgm:t>
        <a:bodyPr/>
        <a:lstStyle/>
        <a:p>
          <a:endParaRPr lang="en-US"/>
        </a:p>
      </dgm:t>
    </dgm:pt>
    <dgm:pt modelId="{30DA2F4D-B654-414B-B4AB-9550EEEE2982}" type="sibTrans" cxnId="{90B48550-7DFD-4DA9-AA4C-9B4632E82428}">
      <dgm:prSet/>
      <dgm:spPr/>
      <dgm:t>
        <a:bodyPr/>
        <a:lstStyle/>
        <a:p>
          <a:endParaRPr lang="en-US"/>
        </a:p>
      </dgm:t>
    </dgm:pt>
    <dgm:pt modelId="{259D4B5A-75D8-48DE-8963-AAECAF77ADE4}" type="pres">
      <dgm:prSet presAssocID="{33651621-CD35-462E-A12E-8B47D8936E88}" presName="vert0" presStyleCnt="0">
        <dgm:presLayoutVars>
          <dgm:dir/>
          <dgm:animOne val="branch"/>
          <dgm:animLvl val="lvl"/>
        </dgm:presLayoutVars>
      </dgm:prSet>
      <dgm:spPr/>
    </dgm:pt>
    <dgm:pt modelId="{EEABF697-A4A8-4799-AD1B-DD2C8358A18A}" type="pres">
      <dgm:prSet presAssocID="{962E5940-9765-43CA-B629-B50064A67763}" presName="thickLine" presStyleLbl="alignNode1" presStyleIdx="0" presStyleCnt="4"/>
      <dgm:spPr/>
    </dgm:pt>
    <dgm:pt modelId="{AFCE3769-5D48-4838-8892-99446D27D91A}" type="pres">
      <dgm:prSet presAssocID="{962E5940-9765-43CA-B629-B50064A67763}" presName="horz1" presStyleCnt="0"/>
      <dgm:spPr/>
    </dgm:pt>
    <dgm:pt modelId="{E4F50AFB-FF4B-4D50-BE07-172DA8787293}" type="pres">
      <dgm:prSet presAssocID="{962E5940-9765-43CA-B629-B50064A67763}" presName="tx1" presStyleLbl="revTx" presStyleIdx="0" presStyleCnt="4"/>
      <dgm:spPr/>
    </dgm:pt>
    <dgm:pt modelId="{01659796-F48E-46AB-A1F8-BDC2A953FFF1}" type="pres">
      <dgm:prSet presAssocID="{962E5940-9765-43CA-B629-B50064A67763}" presName="vert1" presStyleCnt="0"/>
      <dgm:spPr/>
    </dgm:pt>
    <dgm:pt modelId="{B3BF77EC-FEDF-4876-B84E-15C5D16FBA49}" type="pres">
      <dgm:prSet presAssocID="{9F29C448-CAAB-4560-9F41-176B3895A7E6}" presName="thickLine" presStyleLbl="alignNode1" presStyleIdx="1" presStyleCnt="4"/>
      <dgm:spPr/>
    </dgm:pt>
    <dgm:pt modelId="{EB9EFFA3-75C9-4DE4-B8DC-D000FA3A2504}" type="pres">
      <dgm:prSet presAssocID="{9F29C448-CAAB-4560-9F41-176B3895A7E6}" presName="horz1" presStyleCnt="0"/>
      <dgm:spPr/>
    </dgm:pt>
    <dgm:pt modelId="{0A30D2C4-F0DB-4B53-BBFA-0E209DCAE77D}" type="pres">
      <dgm:prSet presAssocID="{9F29C448-CAAB-4560-9F41-176B3895A7E6}" presName="tx1" presStyleLbl="revTx" presStyleIdx="1" presStyleCnt="4"/>
      <dgm:spPr/>
    </dgm:pt>
    <dgm:pt modelId="{F5243A37-E564-4CE8-BD3D-C51344B5F4A5}" type="pres">
      <dgm:prSet presAssocID="{9F29C448-CAAB-4560-9F41-176B3895A7E6}" presName="vert1" presStyleCnt="0"/>
      <dgm:spPr/>
    </dgm:pt>
    <dgm:pt modelId="{239AEE06-1D7D-4CD8-BE2F-0E0C70CCF39E}" type="pres">
      <dgm:prSet presAssocID="{8D00DE2B-2ED5-4C2A-B30D-60F258D9D532}" presName="thickLine" presStyleLbl="alignNode1" presStyleIdx="2" presStyleCnt="4"/>
      <dgm:spPr/>
    </dgm:pt>
    <dgm:pt modelId="{C71009F2-893A-4768-B875-CD6444800D7E}" type="pres">
      <dgm:prSet presAssocID="{8D00DE2B-2ED5-4C2A-B30D-60F258D9D532}" presName="horz1" presStyleCnt="0"/>
      <dgm:spPr/>
    </dgm:pt>
    <dgm:pt modelId="{7F4256D8-574D-422E-A0FE-C682D9FF250C}" type="pres">
      <dgm:prSet presAssocID="{8D00DE2B-2ED5-4C2A-B30D-60F258D9D532}" presName="tx1" presStyleLbl="revTx" presStyleIdx="2" presStyleCnt="4"/>
      <dgm:spPr/>
    </dgm:pt>
    <dgm:pt modelId="{6576C9A7-C786-4803-AFEF-DB7EC90FF07F}" type="pres">
      <dgm:prSet presAssocID="{8D00DE2B-2ED5-4C2A-B30D-60F258D9D532}" presName="vert1" presStyleCnt="0"/>
      <dgm:spPr/>
    </dgm:pt>
    <dgm:pt modelId="{04A4AA24-5255-4B5F-920A-066663B00FA9}" type="pres">
      <dgm:prSet presAssocID="{5ED6E0F4-EED8-4F8F-B330-D3BCDAB0B14D}" presName="thickLine" presStyleLbl="alignNode1" presStyleIdx="3" presStyleCnt="4"/>
      <dgm:spPr/>
    </dgm:pt>
    <dgm:pt modelId="{BF42F69E-CF7F-4FAE-BF7E-926C44BBFB76}" type="pres">
      <dgm:prSet presAssocID="{5ED6E0F4-EED8-4F8F-B330-D3BCDAB0B14D}" presName="horz1" presStyleCnt="0"/>
      <dgm:spPr/>
    </dgm:pt>
    <dgm:pt modelId="{2B06FE76-6F6B-4591-9A3D-2878FA76303B}" type="pres">
      <dgm:prSet presAssocID="{5ED6E0F4-EED8-4F8F-B330-D3BCDAB0B14D}" presName="tx1" presStyleLbl="revTx" presStyleIdx="3" presStyleCnt="4"/>
      <dgm:spPr/>
    </dgm:pt>
    <dgm:pt modelId="{97AADA7C-CF4A-4440-8194-86CAC660592C}" type="pres">
      <dgm:prSet presAssocID="{5ED6E0F4-EED8-4F8F-B330-D3BCDAB0B14D}" presName="vert1" presStyleCnt="0"/>
      <dgm:spPr/>
    </dgm:pt>
  </dgm:ptLst>
  <dgm:cxnLst>
    <dgm:cxn modelId="{90B48550-7DFD-4DA9-AA4C-9B4632E82428}" srcId="{33651621-CD35-462E-A12E-8B47D8936E88}" destId="{5ED6E0F4-EED8-4F8F-B330-D3BCDAB0B14D}" srcOrd="3" destOrd="0" parTransId="{C6D82600-2FC3-465E-86E4-1EC9E53EC9D4}" sibTransId="{30DA2F4D-B654-414B-B4AB-9550EEEE2982}"/>
    <dgm:cxn modelId="{43809571-9348-4C4D-BB47-C6CA31D2428C}" srcId="{33651621-CD35-462E-A12E-8B47D8936E88}" destId="{8D00DE2B-2ED5-4C2A-B30D-60F258D9D532}" srcOrd="2" destOrd="0" parTransId="{463A47E5-DA7F-4424-AED5-C6E0414B8E80}" sibTransId="{BBA0930A-58B8-4555-8D1C-F7A4ABB9CBF8}"/>
    <dgm:cxn modelId="{13F2F371-3A9A-4C58-96EA-1858A247F88F}" srcId="{33651621-CD35-462E-A12E-8B47D8936E88}" destId="{9F29C448-CAAB-4560-9F41-176B3895A7E6}" srcOrd="1" destOrd="0" parTransId="{4720B8A4-4AA0-4092-A5F4-DF74B2865958}" sibTransId="{C45D6126-07A8-4D01-91A0-E1EE579FDCD9}"/>
    <dgm:cxn modelId="{AA7D0F78-3E04-4F2D-80C5-4254D6B154AC}" srcId="{33651621-CD35-462E-A12E-8B47D8936E88}" destId="{962E5940-9765-43CA-B629-B50064A67763}" srcOrd="0" destOrd="0" parTransId="{DB3D5E9E-559D-47F3-93B0-B12068B16620}" sibTransId="{9F84ECDF-971C-4F0B-B1C5-631E2020247C}"/>
    <dgm:cxn modelId="{7DDA82A2-8710-42DC-9924-0E5A74491542}" type="presOf" srcId="{5ED6E0F4-EED8-4F8F-B330-D3BCDAB0B14D}" destId="{2B06FE76-6F6B-4591-9A3D-2878FA76303B}" srcOrd="0" destOrd="0" presId="urn:microsoft.com/office/officeart/2008/layout/LinedList"/>
    <dgm:cxn modelId="{6DE3B5B9-B202-43C0-86CC-AF579A2C5E44}" type="presOf" srcId="{8D00DE2B-2ED5-4C2A-B30D-60F258D9D532}" destId="{7F4256D8-574D-422E-A0FE-C682D9FF250C}" srcOrd="0" destOrd="0" presId="urn:microsoft.com/office/officeart/2008/layout/LinedList"/>
    <dgm:cxn modelId="{DADEB2CC-E305-4B7B-A211-3796F84D583A}" type="presOf" srcId="{33651621-CD35-462E-A12E-8B47D8936E88}" destId="{259D4B5A-75D8-48DE-8963-AAECAF77ADE4}" srcOrd="0" destOrd="0" presId="urn:microsoft.com/office/officeart/2008/layout/LinedList"/>
    <dgm:cxn modelId="{A32F9AD2-D29E-4193-AD3D-72A1B9C94C22}" type="presOf" srcId="{9F29C448-CAAB-4560-9F41-176B3895A7E6}" destId="{0A30D2C4-F0DB-4B53-BBFA-0E209DCAE77D}" srcOrd="0" destOrd="0" presId="urn:microsoft.com/office/officeart/2008/layout/LinedList"/>
    <dgm:cxn modelId="{8DE8F8D2-68C0-44B6-891C-6D9D6E08E87E}" type="presOf" srcId="{962E5940-9765-43CA-B629-B50064A67763}" destId="{E4F50AFB-FF4B-4D50-BE07-172DA8787293}" srcOrd="0" destOrd="0" presId="urn:microsoft.com/office/officeart/2008/layout/LinedList"/>
    <dgm:cxn modelId="{1DD0A773-09FD-467E-AFEA-04354834900C}" type="presParOf" srcId="{259D4B5A-75D8-48DE-8963-AAECAF77ADE4}" destId="{EEABF697-A4A8-4799-AD1B-DD2C8358A18A}" srcOrd="0" destOrd="0" presId="urn:microsoft.com/office/officeart/2008/layout/LinedList"/>
    <dgm:cxn modelId="{A4015BE0-3E5E-4F53-8071-C87401324A57}" type="presParOf" srcId="{259D4B5A-75D8-48DE-8963-AAECAF77ADE4}" destId="{AFCE3769-5D48-4838-8892-99446D27D91A}" srcOrd="1" destOrd="0" presId="urn:microsoft.com/office/officeart/2008/layout/LinedList"/>
    <dgm:cxn modelId="{5D4CCAAD-40BF-424C-BD8D-0B62250545FB}" type="presParOf" srcId="{AFCE3769-5D48-4838-8892-99446D27D91A}" destId="{E4F50AFB-FF4B-4D50-BE07-172DA8787293}" srcOrd="0" destOrd="0" presId="urn:microsoft.com/office/officeart/2008/layout/LinedList"/>
    <dgm:cxn modelId="{DBB32100-CFB3-4F1A-BEDD-F30AD78542A6}" type="presParOf" srcId="{AFCE3769-5D48-4838-8892-99446D27D91A}" destId="{01659796-F48E-46AB-A1F8-BDC2A953FFF1}" srcOrd="1" destOrd="0" presId="urn:microsoft.com/office/officeart/2008/layout/LinedList"/>
    <dgm:cxn modelId="{FEA6E141-F0A5-4B1F-B727-66EC7D0CCC8A}" type="presParOf" srcId="{259D4B5A-75D8-48DE-8963-AAECAF77ADE4}" destId="{B3BF77EC-FEDF-4876-B84E-15C5D16FBA49}" srcOrd="2" destOrd="0" presId="urn:microsoft.com/office/officeart/2008/layout/LinedList"/>
    <dgm:cxn modelId="{882771E7-BC5F-423D-ACE3-925A81596C53}" type="presParOf" srcId="{259D4B5A-75D8-48DE-8963-AAECAF77ADE4}" destId="{EB9EFFA3-75C9-4DE4-B8DC-D000FA3A2504}" srcOrd="3" destOrd="0" presId="urn:microsoft.com/office/officeart/2008/layout/LinedList"/>
    <dgm:cxn modelId="{EB03239B-5A5C-4354-B7AB-3630EBC59091}" type="presParOf" srcId="{EB9EFFA3-75C9-4DE4-B8DC-D000FA3A2504}" destId="{0A30D2C4-F0DB-4B53-BBFA-0E209DCAE77D}" srcOrd="0" destOrd="0" presId="urn:microsoft.com/office/officeart/2008/layout/LinedList"/>
    <dgm:cxn modelId="{3D648E60-0FF3-48B3-86A4-43774C05A019}" type="presParOf" srcId="{EB9EFFA3-75C9-4DE4-B8DC-D000FA3A2504}" destId="{F5243A37-E564-4CE8-BD3D-C51344B5F4A5}" srcOrd="1" destOrd="0" presId="urn:microsoft.com/office/officeart/2008/layout/LinedList"/>
    <dgm:cxn modelId="{905F5D98-EB70-47D6-BB87-035372AAAA10}" type="presParOf" srcId="{259D4B5A-75D8-48DE-8963-AAECAF77ADE4}" destId="{239AEE06-1D7D-4CD8-BE2F-0E0C70CCF39E}" srcOrd="4" destOrd="0" presId="urn:microsoft.com/office/officeart/2008/layout/LinedList"/>
    <dgm:cxn modelId="{A2464BE5-AA6F-4BEC-8C8B-116FAE6AC619}" type="presParOf" srcId="{259D4B5A-75D8-48DE-8963-AAECAF77ADE4}" destId="{C71009F2-893A-4768-B875-CD6444800D7E}" srcOrd="5" destOrd="0" presId="urn:microsoft.com/office/officeart/2008/layout/LinedList"/>
    <dgm:cxn modelId="{E76241F3-BBE3-4BEA-A60C-F06C5AF736C8}" type="presParOf" srcId="{C71009F2-893A-4768-B875-CD6444800D7E}" destId="{7F4256D8-574D-422E-A0FE-C682D9FF250C}" srcOrd="0" destOrd="0" presId="urn:microsoft.com/office/officeart/2008/layout/LinedList"/>
    <dgm:cxn modelId="{2FC7B18A-D1AB-4D24-9C0C-7CE2C1081504}" type="presParOf" srcId="{C71009F2-893A-4768-B875-CD6444800D7E}" destId="{6576C9A7-C786-4803-AFEF-DB7EC90FF07F}" srcOrd="1" destOrd="0" presId="urn:microsoft.com/office/officeart/2008/layout/LinedList"/>
    <dgm:cxn modelId="{70E09EB0-A7FC-4AA7-894F-5A709AEF59C6}" type="presParOf" srcId="{259D4B5A-75D8-48DE-8963-AAECAF77ADE4}" destId="{04A4AA24-5255-4B5F-920A-066663B00FA9}" srcOrd="6" destOrd="0" presId="urn:microsoft.com/office/officeart/2008/layout/LinedList"/>
    <dgm:cxn modelId="{FC4F4845-F458-4E92-89DC-6F0453BFC01B}" type="presParOf" srcId="{259D4B5A-75D8-48DE-8963-AAECAF77ADE4}" destId="{BF42F69E-CF7F-4FAE-BF7E-926C44BBFB76}" srcOrd="7" destOrd="0" presId="urn:microsoft.com/office/officeart/2008/layout/LinedList"/>
    <dgm:cxn modelId="{11C7E611-BA73-407F-A10D-DA9889A9E2C4}" type="presParOf" srcId="{BF42F69E-CF7F-4FAE-BF7E-926C44BBFB76}" destId="{2B06FE76-6F6B-4591-9A3D-2878FA76303B}" srcOrd="0" destOrd="0" presId="urn:microsoft.com/office/officeart/2008/layout/LinedList"/>
    <dgm:cxn modelId="{35B606C2-291A-4BE9-A801-E3C8BFA67916}" type="presParOf" srcId="{BF42F69E-CF7F-4FAE-BF7E-926C44BBFB76}" destId="{97AADA7C-CF4A-4440-8194-86CAC66059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6D0981B-B8BB-41FF-8A53-F45D5EB48CBA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F66ADF8-E311-4FD1-B11B-7B288CB6AAEE}">
      <dgm:prSet/>
      <dgm:spPr/>
      <dgm:t>
        <a:bodyPr/>
        <a:lstStyle/>
        <a:p>
          <a:r>
            <a:rPr lang="en-US" b="1"/>
            <a:t>Understand the Domain:</a:t>
          </a:r>
          <a:r>
            <a:rPr lang="en-US"/>
            <a:t> Map business capabilities and data flows</a:t>
          </a:r>
        </a:p>
      </dgm:t>
    </dgm:pt>
    <dgm:pt modelId="{944AF6B7-1B84-4856-BE38-50C69778DE9F}" type="parTrans" cxnId="{6B0F825A-F653-4C3A-9DA6-2AC3503B2CC7}">
      <dgm:prSet/>
      <dgm:spPr/>
      <dgm:t>
        <a:bodyPr/>
        <a:lstStyle/>
        <a:p>
          <a:endParaRPr lang="en-US"/>
        </a:p>
      </dgm:t>
    </dgm:pt>
    <dgm:pt modelId="{CC19DAF2-6B26-4200-B0AD-8CB451F33121}" type="sibTrans" cxnId="{6B0F825A-F653-4C3A-9DA6-2AC3503B2CC7}">
      <dgm:prSet/>
      <dgm:spPr/>
      <dgm:t>
        <a:bodyPr/>
        <a:lstStyle/>
        <a:p>
          <a:endParaRPr lang="en-US"/>
        </a:p>
      </dgm:t>
    </dgm:pt>
    <dgm:pt modelId="{76C903FB-EF71-4528-9E75-CE8C2F284027}">
      <dgm:prSet/>
      <dgm:spPr/>
      <dgm:t>
        <a:bodyPr/>
        <a:lstStyle/>
        <a:p>
          <a:r>
            <a:rPr lang="en-US" b="1"/>
            <a:t>Identify Boundaries:</a:t>
          </a:r>
          <a:r>
            <a:rPr lang="en-US"/>
            <a:t> Use DDD to find natural service boundaries</a:t>
          </a:r>
        </a:p>
      </dgm:t>
    </dgm:pt>
    <dgm:pt modelId="{D36C32B2-EBDA-4E56-AFF1-6B6F375CB955}" type="parTrans" cxnId="{CCB795F4-2B5F-48BD-8DC7-5F817D81A55A}">
      <dgm:prSet/>
      <dgm:spPr/>
      <dgm:t>
        <a:bodyPr/>
        <a:lstStyle/>
        <a:p>
          <a:endParaRPr lang="en-US"/>
        </a:p>
      </dgm:t>
    </dgm:pt>
    <dgm:pt modelId="{0BE3F81C-B173-4B6E-9DB3-08E05F81F7A9}" type="sibTrans" cxnId="{CCB795F4-2B5F-48BD-8DC7-5F817D81A55A}">
      <dgm:prSet/>
      <dgm:spPr/>
      <dgm:t>
        <a:bodyPr/>
        <a:lstStyle/>
        <a:p>
          <a:endParaRPr lang="en-US"/>
        </a:p>
      </dgm:t>
    </dgm:pt>
    <dgm:pt modelId="{5FC94BAF-B716-4B84-9A7A-FDB4CDE14591}">
      <dgm:prSet/>
      <dgm:spPr/>
      <dgm:t>
        <a:bodyPr/>
        <a:lstStyle/>
        <a:p>
          <a:r>
            <a:rPr lang="en-US" b="1"/>
            <a:t>Define APIs:</a:t>
          </a:r>
          <a:r>
            <a:rPr lang="en-US"/>
            <a:t> What data does each service expose and consume?</a:t>
          </a:r>
        </a:p>
      </dgm:t>
    </dgm:pt>
    <dgm:pt modelId="{28CCD6FE-B3CE-4D83-BBAD-7D220CC47B52}" type="parTrans" cxnId="{B0F6B052-EE8C-4C13-AFBF-65842F05CF89}">
      <dgm:prSet/>
      <dgm:spPr/>
      <dgm:t>
        <a:bodyPr/>
        <a:lstStyle/>
        <a:p>
          <a:endParaRPr lang="en-US"/>
        </a:p>
      </dgm:t>
    </dgm:pt>
    <dgm:pt modelId="{9FFA2839-8404-4FA1-9854-644224328A45}" type="sibTrans" cxnId="{B0F6B052-EE8C-4C13-AFBF-65842F05CF89}">
      <dgm:prSet/>
      <dgm:spPr/>
      <dgm:t>
        <a:bodyPr/>
        <a:lstStyle/>
        <a:p>
          <a:endParaRPr lang="en-US"/>
        </a:p>
      </dgm:t>
    </dgm:pt>
    <dgm:pt modelId="{09A253A9-89D5-42C1-9D97-562A752A4177}">
      <dgm:prSet/>
      <dgm:spPr/>
      <dgm:t>
        <a:bodyPr/>
        <a:lstStyle/>
        <a:p>
          <a:r>
            <a:rPr lang="en-US" b="1"/>
            <a:t>Plan Data Strategy:</a:t>
          </a:r>
          <a:r>
            <a:rPr lang="en-US"/>
            <a:t> Decide on database-per-service approach</a:t>
          </a:r>
        </a:p>
      </dgm:t>
    </dgm:pt>
    <dgm:pt modelId="{804C7261-52B4-4A45-95C9-5E9E2A5874E9}" type="parTrans" cxnId="{9083E0F1-CAEE-4798-9A25-92DCFD1075F7}">
      <dgm:prSet/>
      <dgm:spPr/>
      <dgm:t>
        <a:bodyPr/>
        <a:lstStyle/>
        <a:p>
          <a:endParaRPr lang="en-US"/>
        </a:p>
      </dgm:t>
    </dgm:pt>
    <dgm:pt modelId="{7D71B01D-4258-439B-AB5A-72AD88E23880}" type="sibTrans" cxnId="{9083E0F1-CAEE-4798-9A25-92DCFD1075F7}">
      <dgm:prSet/>
      <dgm:spPr/>
      <dgm:t>
        <a:bodyPr/>
        <a:lstStyle/>
        <a:p>
          <a:endParaRPr lang="en-US"/>
        </a:p>
      </dgm:t>
    </dgm:pt>
    <dgm:pt modelId="{57E7A8C7-9899-4DDA-AFDB-AA033D285341}">
      <dgm:prSet/>
      <dgm:spPr/>
      <dgm:t>
        <a:bodyPr/>
        <a:lstStyle/>
        <a:p>
          <a:r>
            <a:rPr lang="en-US" b="1"/>
            <a:t>Implement Communication:</a:t>
          </a:r>
          <a:r>
            <a:rPr lang="en-US"/>
            <a:t> Choose sync (REST/gRPC) or async (events)</a:t>
          </a:r>
        </a:p>
      </dgm:t>
    </dgm:pt>
    <dgm:pt modelId="{A2A5BCE7-B70A-4F47-A90F-4B24FBF965D9}" type="parTrans" cxnId="{BB95C237-C602-49E1-BB06-35C3746CC58E}">
      <dgm:prSet/>
      <dgm:spPr/>
      <dgm:t>
        <a:bodyPr/>
        <a:lstStyle/>
        <a:p>
          <a:endParaRPr lang="en-US"/>
        </a:p>
      </dgm:t>
    </dgm:pt>
    <dgm:pt modelId="{AA903F1C-4E54-4517-A6AC-2FF6040EFBBB}" type="sibTrans" cxnId="{BB95C237-C602-49E1-BB06-35C3746CC58E}">
      <dgm:prSet/>
      <dgm:spPr/>
      <dgm:t>
        <a:bodyPr/>
        <a:lstStyle/>
        <a:p>
          <a:endParaRPr lang="en-US"/>
        </a:p>
      </dgm:t>
    </dgm:pt>
    <dgm:pt modelId="{E3489A80-1EE2-40BB-A98C-B09CDCA31201}">
      <dgm:prSet/>
      <dgm:spPr/>
      <dgm:t>
        <a:bodyPr/>
        <a:lstStyle/>
        <a:p>
          <a:r>
            <a:rPr lang="en-US" b="1"/>
            <a:t>Deploy Independently:</a:t>
          </a:r>
          <a:r>
            <a:rPr lang="en-US"/>
            <a:t> Each service deployed separately</a:t>
          </a:r>
        </a:p>
      </dgm:t>
    </dgm:pt>
    <dgm:pt modelId="{2D04E39E-A9EF-4CDE-949A-6F6BB1464914}" type="parTrans" cxnId="{D3E656C8-D2AE-4400-BBA7-542EE37E28A3}">
      <dgm:prSet/>
      <dgm:spPr/>
      <dgm:t>
        <a:bodyPr/>
        <a:lstStyle/>
        <a:p>
          <a:endParaRPr lang="en-US"/>
        </a:p>
      </dgm:t>
    </dgm:pt>
    <dgm:pt modelId="{80A188B3-81A1-47F5-AFFE-A94F833FE27B}" type="sibTrans" cxnId="{D3E656C8-D2AE-4400-BBA7-542EE37E28A3}">
      <dgm:prSet/>
      <dgm:spPr/>
      <dgm:t>
        <a:bodyPr/>
        <a:lstStyle/>
        <a:p>
          <a:endParaRPr lang="en-US"/>
        </a:p>
      </dgm:t>
    </dgm:pt>
    <dgm:pt modelId="{66E1AB4C-2578-4B70-AFA2-CCA24B303476}" type="pres">
      <dgm:prSet presAssocID="{16D0981B-B8BB-41FF-8A53-F45D5EB48CBA}" presName="Name0" presStyleCnt="0">
        <dgm:presLayoutVars>
          <dgm:dir/>
          <dgm:animLvl val="lvl"/>
          <dgm:resizeHandles val="exact"/>
        </dgm:presLayoutVars>
      </dgm:prSet>
      <dgm:spPr/>
    </dgm:pt>
    <dgm:pt modelId="{10643488-B1D6-4F6B-8551-31ECF33DA480}" type="pres">
      <dgm:prSet presAssocID="{E3489A80-1EE2-40BB-A98C-B09CDCA31201}" presName="boxAndChildren" presStyleCnt="0"/>
      <dgm:spPr/>
    </dgm:pt>
    <dgm:pt modelId="{6272CC13-8DC6-43F6-88CF-0C32E4200602}" type="pres">
      <dgm:prSet presAssocID="{E3489A80-1EE2-40BB-A98C-B09CDCA31201}" presName="parentTextBox" presStyleLbl="node1" presStyleIdx="0" presStyleCnt="6"/>
      <dgm:spPr/>
    </dgm:pt>
    <dgm:pt modelId="{E07F19B8-0F39-4F0F-AD04-2B9E7DE3106A}" type="pres">
      <dgm:prSet presAssocID="{AA903F1C-4E54-4517-A6AC-2FF6040EFBBB}" presName="sp" presStyleCnt="0"/>
      <dgm:spPr/>
    </dgm:pt>
    <dgm:pt modelId="{0C2F3727-0580-4A26-80A4-FBBBA3D7B4F7}" type="pres">
      <dgm:prSet presAssocID="{57E7A8C7-9899-4DDA-AFDB-AA033D285341}" presName="arrowAndChildren" presStyleCnt="0"/>
      <dgm:spPr/>
    </dgm:pt>
    <dgm:pt modelId="{FFD97C91-20D2-48CF-9B01-11CDE4E24C98}" type="pres">
      <dgm:prSet presAssocID="{57E7A8C7-9899-4DDA-AFDB-AA033D285341}" presName="parentTextArrow" presStyleLbl="node1" presStyleIdx="1" presStyleCnt="6"/>
      <dgm:spPr/>
    </dgm:pt>
    <dgm:pt modelId="{9C68E3A9-669C-4B5D-9B5A-81DFE0E3C78D}" type="pres">
      <dgm:prSet presAssocID="{7D71B01D-4258-439B-AB5A-72AD88E23880}" presName="sp" presStyleCnt="0"/>
      <dgm:spPr/>
    </dgm:pt>
    <dgm:pt modelId="{C7A6A168-66D6-416D-91A9-F7CA3E05DE0E}" type="pres">
      <dgm:prSet presAssocID="{09A253A9-89D5-42C1-9D97-562A752A4177}" presName="arrowAndChildren" presStyleCnt="0"/>
      <dgm:spPr/>
    </dgm:pt>
    <dgm:pt modelId="{D8729B12-DE74-4CEF-9A29-FFEAB69E698A}" type="pres">
      <dgm:prSet presAssocID="{09A253A9-89D5-42C1-9D97-562A752A4177}" presName="parentTextArrow" presStyleLbl="node1" presStyleIdx="2" presStyleCnt="6"/>
      <dgm:spPr/>
    </dgm:pt>
    <dgm:pt modelId="{4769B278-EE9C-4530-B0DF-1BC0F4EA89D5}" type="pres">
      <dgm:prSet presAssocID="{9FFA2839-8404-4FA1-9854-644224328A45}" presName="sp" presStyleCnt="0"/>
      <dgm:spPr/>
    </dgm:pt>
    <dgm:pt modelId="{F6DE709E-6860-416D-8CB0-0B82D0BBC3E6}" type="pres">
      <dgm:prSet presAssocID="{5FC94BAF-B716-4B84-9A7A-FDB4CDE14591}" presName="arrowAndChildren" presStyleCnt="0"/>
      <dgm:spPr/>
    </dgm:pt>
    <dgm:pt modelId="{B8687547-D829-4C35-8A10-5CB09D6501F2}" type="pres">
      <dgm:prSet presAssocID="{5FC94BAF-B716-4B84-9A7A-FDB4CDE14591}" presName="parentTextArrow" presStyleLbl="node1" presStyleIdx="3" presStyleCnt="6"/>
      <dgm:spPr/>
    </dgm:pt>
    <dgm:pt modelId="{C16AC88C-B7C3-48AC-B0CD-82990F5F2801}" type="pres">
      <dgm:prSet presAssocID="{0BE3F81C-B173-4B6E-9DB3-08E05F81F7A9}" presName="sp" presStyleCnt="0"/>
      <dgm:spPr/>
    </dgm:pt>
    <dgm:pt modelId="{9962B97E-A693-4D83-AB08-DA8ED53E8F0C}" type="pres">
      <dgm:prSet presAssocID="{76C903FB-EF71-4528-9E75-CE8C2F284027}" presName="arrowAndChildren" presStyleCnt="0"/>
      <dgm:spPr/>
    </dgm:pt>
    <dgm:pt modelId="{223CD471-1A4D-4EF2-B92A-DDFA2F4819B6}" type="pres">
      <dgm:prSet presAssocID="{76C903FB-EF71-4528-9E75-CE8C2F284027}" presName="parentTextArrow" presStyleLbl="node1" presStyleIdx="4" presStyleCnt="6"/>
      <dgm:spPr/>
    </dgm:pt>
    <dgm:pt modelId="{A29E5EB4-79E1-4086-9747-A2C8F0DF655A}" type="pres">
      <dgm:prSet presAssocID="{CC19DAF2-6B26-4200-B0AD-8CB451F33121}" presName="sp" presStyleCnt="0"/>
      <dgm:spPr/>
    </dgm:pt>
    <dgm:pt modelId="{E59E9323-7F66-44BC-AC27-BDF6963815E1}" type="pres">
      <dgm:prSet presAssocID="{AF66ADF8-E311-4FD1-B11B-7B288CB6AAEE}" presName="arrowAndChildren" presStyleCnt="0"/>
      <dgm:spPr/>
    </dgm:pt>
    <dgm:pt modelId="{8403017B-0367-4A5C-B12A-E6E78AB5945F}" type="pres">
      <dgm:prSet presAssocID="{AF66ADF8-E311-4FD1-B11B-7B288CB6AAEE}" presName="parentTextArrow" presStyleLbl="node1" presStyleIdx="5" presStyleCnt="6"/>
      <dgm:spPr/>
    </dgm:pt>
  </dgm:ptLst>
  <dgm:cxnLst>
    <dgm:cxn modelId="{BB95C237-C602-49E1-BB06-35C3746CC58E}" srcId="{16D0981B-B8BB-41FF-8A53-F45D5EB48CBA}" destId="{57E7A8C7-9899-4DDA-AFDB-AA033D285341}" srcOrd="4" destOrd="0" parTransId="{A2A5BCE7-B70A-4F47-A90F-4B24FBF965D9}" sibTransId="{AA903F1C-4E54-4517-A6AC-2FF6040EFBBB}"/>
    <dgm:cxn modelId="{A739F73D-53BD-454C-8A3C-04F6D39A9B55}" type="presOf" srcId="{16D0981B-B8BB-41FF-8A53-F45D5EB48CBA}" destId="{66E1AB4C-2578-4B70-AFA2-CCA24B303476}" srcOrd="0" destOrd="0" presId="urn:microsoft.com/office/officeart/2005/8/layout/process4"/>
    <dgm:cxn modelId="{EF408B6F-102C-4CFD-A12E-47D08623680F}" type="presOf" srcId="{57E7A8C7-9899-4DDA-AFDB-AA033D285341}" destId="{FFD97C91-20D2-48CF-9B01-11CDE4E24C98}" srcOrd="0" destOrd="0" presId="urn:microsoft.com/office/officeart/2005/8/layout/process4"/>
    <dgm:cxn modelId="{97A7D051-7414-441C-A2F2-FBA98145DD08}" type="presOf" srcId="{09A253A9-89D5-42C1-9D97-562A752A4177}" destId="{D8729B12-DE74-4CEF-9A29-FFEAB69E698A}" srcOrd="0" destOrd="0" presId="urn:microsoft.com/office/officeart/2005/8/layout/process4"/>
    <dgm:cxn modelId="{B0F6B052-EE8C-4C13-AFBF-65842F05CF89}" srcId="{16D0981B-B8BB-41FF-8A53-F45D5EB48CBA}" destId="{5FC94BAF-B716-4B84-9A7A-FDB4CDE14591}" srcOrd="2" destOrd="0" parTransId="{28CCD6FE-B3CE-4D83-BBAD-7D220CC47B52}" sibTransId="{9FFA2839-8404-4FA1-9854-644224328A45}"/>
    <dgm:cxn modelId="{6B0F825A-F653-4C3A-9DA6-2AC3503B2CC7}" srcId="{16D0981B-B8BB-41FF-8A53-F45D5EB48CBA}" destId="{AF66ADF8-E311-4FD1-B11B-7B288CB6AAEE}" srcOrd="0" destOrd="0" parTransId="{944AF6B7-1B84-4856-BE38-50C69778DE9F}" sibTransId="{CC19DAF2-6B26-4200-B0AD-8CB451F33121}"/>
    <dgm:cxn modelId="{8E09CF7D-0A95-4070-BF69-81F7069B441D}" type="presOf" srcId="{E3489A80-1EE2-40BB-A98C-B09CDCA31201}" destId="{6272CC13-8DC6-43F6-88CF-0C32E4200602}" srcOrd="0" destOrd="0" presId="urn:microsoft.com/office/officeart/2005/8/layout/process4"/>
    <dgm:cxn modelId="{29F8B98C-8001-471C-B52B-84FAA814D295}" type="presOf" srcId="{AF66ADF8-E311-4FD1-B11B-7B288CB6AAEE}" destId="{8403017B-0367-4A5C-B12A-E6E78AB5945F}" srcOrd="0" destOrd="0" presId="urn:microsoft.com/office/officeart/2005/8/layout/process4"/>
    <dgm:cxn modelId="{FE555992-5871-4CF4-9B1D-7804D589B7DC}" type="presOf" srcId="{5FC94BAF-B716-4B84-9A7A-FDB4CDE14591}" destId="{B8687547-D829-4C35-8A10-5CB09D6501F2}" srcOrd="0" destOrd="0" presId="urn:microsoft.com/office/officeart/2005/8/layout/process4"/>
    <dgm:cxn modelId="{5E1597A0-0279-472E-AE1E-7D97D9F3E865}" type="presOf" srcId="{76C903FB-EF71-4528-9E75-CE8C2F284027}" destId="{223CD471-1A4D-4EF2-B92A-DDFA2F4819B6}" srcOrd="0" destOrd="0" presId="urn:microsoft.com/office/officeart/2005/8/layout/process4"/>
    <dgm:cxn modelId="{D3E656C8-D2AE-4400-BBA7-542EE37E28A3}" srcId="{16D0981B-B8BB-41FF-8A53-F45D5EB48CBA}" destId="{E3489A80-1EE2-40BB-A98C-B09CDCA31201}" srcOrd="5" destOrd="0" parTransId="{2D04E39E-A9EF-4CDE-949A-6F6BB1464914}" sibTransId="{80A188B3-81A1-47F5-AFFE-A94F833FE27B}"/>
    <dgm:cxn modelId="{9083E0F1-CAEE-4798-9A25-92DCFD1075F7}" srcId="{16D0981B-B8BB-41FF-8A53-F45D5EB48CBA}" destId="{09A253A9-89D5-42C1-9D97-562A752A4177}" srcOrd="3" destOrd="0" parTransId="{804C7261-52B4-4A45-95C9-5E9E2A5874E9}" sibTransId="{7D71B01D-4258-439B-AB5A-72AD88E23880}"/>
    <dgm:cxn modelId="{CCB795F4-2B5F-48BD-8DC7-5F817D81A55A}" srcId="{16D0981B-B8BB-41FF-8A53-F45D5EB48CBA}" destId="{76C903FB-EF71-4528-9E75-CE8C2F284027}" srcOrd="1" destOrd="0" parTransId="{D36C32B2-EBDA-4E56-AFF1-6B6F375CB955}" sibTransId="{0BE3F81C-B173-4B6E-9DB3-08E05F81F7A9}"/>
    <dgm:cxn modelId="{A8D86C9A-6EF8-4784-9CA1-1283C92738CF}" type="presParOf" srcId="{66E1AB4C-2578-4B70-AFA2-CCA24B303476}" destId="{10643488-B1D6-4F6B-8551-31ECF33DA480}" srcOrd="0" destOrd="0" presId="urn:microsoft.com/office/officeart/2005/8/layout/process4"/>
    <dgm:cxn modelId="{97C06C3D-F2EC-4002-BDAD-5B8E238EC64E}" type="presParOf" srcId="{10643488-B1D6-4F6B-8551-31ECF33DA480}" destId="{6272CC13-8DC6-43F6-88CF-0C32E4200602}" srcOrd="0" destOrd="0" presId="urn:microsoft.com/office/officeart/2005/8/layout/process4"/>
    <dgm:cxn modelId="{EBD65E09-8DBD-4978-A9F3-55D5506AE87F}" type="presParOf" srcId="{66E1AB4C-2578-4B70-AFA2-CCA24B303476}" destId="{E07F19B8-0F39-4F0F-AD04-2B9E7DE3106A}" srcOrd="1" destOrd="0" presId="urn:microsoft.com/office/officeart/2005/8/layout/process4"/>
    <dgm:cxn modelId="{EE3DC8D0-0186-4235-95B7-2F0D6E4BCE0B}" type="presParOf" srcId="{66E1AB4C-2578-4B70-AFA2-CCA24B303476}" destId="{0C2F3727-0580-4A26-80A4-FBBBA3D7B4F7}" srcOrd="2" destOrd="0" presId="urn:microsoft.com/office/officeart/2005/8/layout/process4"/>
    <dgm:cxn modelId="{D2606459-A1FD-4CEA-9D88-39C3EDA3F16A}" type="presParOf" srcId="{0C2F3727-0580-4A26-80A4-FBBBA3D7B4F7}" destId="{FFD97C91-20D2-48CF-9B01-11CDE4E24C98}" srcOrd="0" destOrd="0" presId="urn:microsoft.com/office/officeart/2005/8/layout/process4"/>
    <dgm:cxn modelId="{ACE5411B-DC19-451B-BEA4-E65586F85EC6}" type="presParOf" srcId="{66E1AB4C-2578-4B70-AFA2-CCA24B303476}" destId="{9C68E3A9-669C-4B5D-9B5A-81DFE0E3C78D}" srcOrd="3" destOrd="0" presId="urn:microsoft.com/office/officeart/2005/8/layout/process4"/>
    <dgm:cxn modelId="{D45E6157-3723-4787-B676-ECB83F9F4EF7}" type="presParOf" srcId="{66E1AB4C-2578-4B70-AFA2-CCA24B303476}" destId="{C7A6A168-66D6-416D-91A9-F7CA3E05DE0E}" srcOrd="4" destOrd="0" presId="urn:microsoft.com/office/officeart/2005/8/layout/process4"/>
    <dgm:cxn modelId="{CBD0F4E7-5147-440A-8D53-1AA0DFEB0D9C}" type="presParOf" srcId="{C7A6A168-66D6-416D-91A9-F7CA3E05DE0E}" destId="{D8729B12-DE74-4CEF-9A29-FFEAB69E698A}" srcOrd="0" destOrd="0" presId="urn:microsoft.com/office/officeart/2005/8/layout/process4"/>
    <dgm:cxn modelId="{FBB64CE6-7CBA-4DD1-A2F9-8B8412D4CEEC}" type="presParOf" srcId="{66E1AB4C-2578-4B70-AFA2-CCA24B303476}" destId="{4769B278-EE9C-4530-B0DF-1BC0F4EA89D5}" srcOrd="5" destOrd="0" presId="urn:microsoft.com/office/officeart/2005/8/layout/process4"/>
    <dgm:cxn modelId="{789D5D8D-3872-4A50-B27B-28DA2943A60B}" type="presParOf" srcId="{66E1AB4C-2578-4B70-AFA2-CCA24B303476}" destId="{F6DE709E-6860-416D-8CB0-0B82D0BBC3E6}" srcOrd="6" destOrd="0" presId="urn:microsoft.com/office/officeart/2005/8/layout/process4"/>
    <dgm:cxn modelId="{AF3F5AEC-983E-438F-A447-1D883E5738C8}" type="presParOf" srcId="{F6DE709E-6860-416D-8CB0-0B82D0BBC3E6}" destId="{B8687547-D829-4C35-8A10-5CB09D6501F2}" srcOrd="0" destOrd="0" presId="urn:microsoft.com/office/officeart/2005/8/layout/process4"/>
    <dgm:cxn modelId="{24CD26BD-3D0B-4FBC-A4D4-F0DFB2704A73}" type="presParOf" srcId="{66E1AB4C-2578-4B70-AFA2-CCA24B303476}" destId="{C16AC88C-B7C3-48AC-B0CD-82990F5F2801}" srcOrd="7" destOrd="0" presId="urn:microsoft.com/office/officeart/2005/8/layout/process4"/>
    <dgm:cxn modelId="{7C25DE42-2402-4C4B-A5ED-01FF63ABFD2D}" type="presParOf" srcId="{66E1AB4C-2578-4B70-AFA2-CCA24B303476}" destId="{9962B97E-A693-4D83-AB08-DA8ED53E8F0C}" srcOrd="8" destOrd="0" presId="urn:microsoft.com/office/officeart/2005/8/layout/process4"/>
    <dgm:cxn modelId="{62786C1C-8C31-4785-921A-E2BCFC39DFFA}" type="presParOf" srcId="{9962B97E-A693-4D83-AB08-DA8ED53E8F0C}" destId="{223CD471-1A4D-4EF2-B92A-DDFA2F4819B6}" srcOrd="0" destOrd="0" presId="urn:microsoft.com/office/officeart/2005/8/layout/process4"/>
    <dgm:cxn modelId="{0DFC9C04-992C-4F17-9AD7-AEFEBBDED943}" type="presParOf" srcId="{66E1AB4C-2578-4B70-AFA2-CCA24B303476}" destId="{A29E5EB4-79E1-4086-9747-A2C8F0DF655A}" srcOrd="9" destOrd="0" presId="urn:microsoft.com/office/officeart/2005/8/layout/process4"/>
    <dgm:cxn modelId="{8DD73640-1053-41ED-B38D-066F3E057BF1}" type="presParOf" srcId="{66E1AB4C-2578-4B70-AFA2-CCA24B303476}" destId="{E59E9323-7F66-44BC-AC27-BDF6963815E1}" srcOrd="10" destOrd="0" presId="urn:microsoft.com/office/officeart/2005/8/layout/process4"/>
    <dgm:cxn modelId="{AFAA84A6-EDE5-4F6F-836A-B79E3B16388D}" type="presParOf" srcId="{E59E9323-7F66-44BC-AC27-BDF6963815E1}" destId="{8403017B-0367-4A5C-B12A-E6E78AB5945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FB199C5-1C28-479A-AD7A-DAC0E20D4E1D}" type="doc">
      <dgm:prSet loTypeId="urn:microsoft.com/office/officeart/2018/2/layout/IconVerticalSolidList" loCatId="icon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1ECAD644-BF18-492C-AE69-4A9C12FC25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Advantage of Microservices:</a:t>
          </a:r>
          <a:r>
            <a:rPr lang="en-US"/>
            <a:t> Scale each service independently based on actual demand</a:t>
          </a:r>
        </a:p>
      </dgm:t>
    </dgm:pt>
    <dgm:pt modelId="{27C85E3E-90C0-4383-A67E-18957B6C43BA}" type="parTrans" cxnId="{6FFCD76D-06B4-4633-883E-A74294EEA58E}">
      <dgm:prSet/>
      <dgm:spPr/>
      <dgm:t>
        <a:bodyPr/>
        <a:lstStyle/>
        <a:p>
          <a:endParaRPr lang="en-US"/>
        </a:p>
      </dgm:t>
    </dgm:pt>
    <dgm:pt modelId="{EE3BA32F-3123-459B-94F4-598DAFCD8967}" type="sibTrans" cxnId="{6FFCD76D-06B4-4633-883E-A74294EEA58E}">
      <dgm:prSet/>
      <dgm:spPr/>
      <dgm:t>
        <a:bodyPr/>
        <a:lstStyle/>
        <a:p>
          <a:endParaRPr lang="en-US"/>
        </a:p>
      </dgm:t>
    </dgm:pt>
    <dgm:pt modelId="{A2555CE3-3330-4F2E-B8FC-14CDA735EB4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Example: </a:t>
          </a:r>
        </a:p>
        <a:p>
          <a:pPr>
            <a:lnSpc>
              <a:spcPct val="100000"/>
            </a:lnSpc>
          </a:pPr>
          <a:r>
            <a:rPr lang="en-US" sz="2000" dirty="0"/>
            <a:t>E-commerce on Black Friday</a:t>
          </a:r>
        </a:p>
      </dgm:t>
    </dgm:pt>
    <dgm:pt modelId="{C9A60A7B-D734-4034-9CF1-1E98FDA75360}" type="parTrans" cxnId="{DD9D5ADB-FF14-4CE2-97EE-62FC90B82234}">
      <dgm:prSet/>
      <dgm:spPr/>
      <dgm:t>
        <a:bodyPr/>
        <a:lstStyle/>
        <a:p>
          <a:endParaRPr lang="en-US"/>
        </a:p>
      </dgm:t>
    </dgm:pt>
    <dgm:pt modelId="{FB0A5847-5297-4A78-B911-721B94B8B7BA}" type="sibTrans" cxnId="{DD9D5ADB-FF14-4CE2-97EE-62FC90B82234}">
      <dgm:prSet/>
      <dgm:spPr/>
      <dgm:t>
        <a:bodyPr/>
        <a:lstStyle/>
        <a:p>
          <a:endParaRPr lang="en-US"/>
        </a:p>
      </dgm:t>
    </dgm:pt>
    <dgm:pt modelId="{72168787-F2AC-4826-A45D-FBD8BAA8A9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u="sng" dirty="0"/>
            <a:t>Catalog Service</a:t>
          </a:r>
          <a:r>
            <a:rPr lang="en-US" dirty="0"/>
            <a:t>: Scale to 50 pods (high traffic, read-heavy)</a:t>
          </a:r>
        </a:p>
      </dgm:t>
    </dgm:pt>
    <dgm:pt modelId="{F7CA9ADD-4BBC-47F8-BBAB-BA6264ACB4C5}" type="parTrans" cxnId="{368B8547-7E22-473D-86CB-A53CEA5F3678}">
      <dgm:prSet/>
      <dgm:spPr/>
      <dgm:t>
        <a:bodyPr/>
        <a:lstStyle/>
        <a:p>
          <a:endParaRPr lang="en-US"/>
        </a:p>
      </dgm:t>
    </dgm:pt>
    <dgm:pt modelId="{7C3E52CA-33F9-4FB6-A556-8AF38FD7A4A8}" type="sibTrans" cxnId="{368B8547-7E22-473D-86CB-A53CEA5F3678}">
      <dgm:prSet/>
      <dgm:spPr/>
      <dgm:t>
        <a:bodyPr/>
        <a:lstStyle/>
        <a:p>
          <a:endParaRPr lang="en-US"/>
        </a:p>
      </dgm:t>
    </dgm:pt>
    <dgm:pt modelId="{9D44B26B-DA60-440C-8A70-71F38DD682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u="sng" dirty="0"/>
            <a:t>Order Service</a:t>
          </a:r>
          <a:r>
            <a:rPr lang="en-US" dirty="0"/>
            <a:t>: Scale to 30 pods (moderate traffic)</a:t>
          </a:r>
        </a:p>
      </dgm:t>
    </dgm:pt>
    <dgm:pt modelId="{60DFFEA6-C943-44AD-BDD6-BB8B7022482A}" type="parTrans" cxnId="{B5DF8781-BB30-4154-801D-C9B01DE80C10}">
      <dgm:prSet/>
      <dgm:spPr/>
      <dgm:t>
        <a:bodyPr/>
        <a:lstStyle/>
        <a:p>
          <a:endParaRPr lang="en-US"/>
        </a:p>
      </dgm:t>
    </dgm:pt>
    <dgm:pt modelId="{7982DD23-5D1D-41A3-BD52-BD77601F8BC4}" type="sibTrans" cxnId="{B5DF8781-BB30-4154-801D-C9B01DE80C10}">
      <dgm:prSet/>
      <dgm:spPr/>
      <dgm:t>
        <a:bodyPr/>
        <a:lstStyle/>
        <a:p>
          <a:endParaRPr lang="en-US"/>
        </a:p>
      </dgm:t>
    </dgm:pt>
    <dgm:pt modelId="{571BF49B-44BC-4751-837D-4D5A001D9D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u="sng" dirty="0"/>
            <a:t>Recommendation Service</a:t>
          </a:r>
          <a:r>
            <a:rPr lang="en-US" dirty="0"/>
            <a:t>: Scale to 2 pods (low traffic)</a:t>
          </a:r>
        </a:p>
      </dgm:t>
    </dgm:pt>
    <dgm:pt modelId="{8FE52B3A-9131-4731-8AFF-825A8C7EA9F2}" type="parTrans" cxnId="{95F6BE71-F02C-430C-AA12-3C85AF2BEC52}">
      <dgm:prSet/>
      <dgm:spPr/>
      <dgm:t>
        <a:bodyPr/>
        <a:lstStyle/>
        <a:p>
          <a:endParaRPr lang="en-US"/>
        </a:p>
      </dgm:t>
    </dgm:pt>
    <dgm:pt modelId="{0A622282-EE6A-4ADC-A549-8B6E9CE89B7A}" type="sibTrans" cxnId="{95F6BE71-F02C-430C-AA12-3C85AF2BEC52}">
      <dgm:prSet/>
      <dgm:spPr/>
      <dgm:t>
        <a:bodyPr/>
        <a:lstStyle/>
        <a:p>
          <a:endParaRPr lang="en-US"/>
        </a:p>
      </dgm:t>
    </dgm:pt>
    <dgm:pt modelId="{DEDF7B7B-CEBE-422C-A8D1-04ABB0B1F1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pay for what you use!</a:t>
          </a:r>
        </a:p>
      </dgm:t>
    </dgm:pt>
    <dgm:pt modelId="{ADC5C1E3-CC06-4961-8969-5792EFF0944F}" type="parTrans" cxnId="{CBB12548-E92B-4831-9A58-B871F0A2EB24}">
      <dgm:prSet/>
      <dgm:spPr/>
      <dgm:t>
        <a:bodyPr/>
        <a:lstStyle/>
        <a:p>
          <a:endParaRPr lang="en-US"/>
        </a:p>
      </dgm:t>
    </dgm:pt>
    <dgm:pt modelId="{436AF58A-410E-4152-846E-D72859757B1F}" type="sibTrans" cxnId="{CBB12548-E92B-4831-9A58-B871F0A2EB24}">
      <dgm:prSet/>
      <dgm:spPr/>
      <dgm:t>
        <a:bodyPr/>
        <a:lstStyle/>
        <a:p>
          <a:endParaRPr lang="en-US"/>
        </a:p>
      </dgm:t>
    </dgm:pt>
    <dgm:pt modelId="{480B095C-A8D9-43C8-BFCE-FF006C8E59B6}" type="pres">
      <dgm:prSet presAssocID="{1FB199C5-1C28-479A-AD7A-DAC0E20D4E1D}" presName="root" presStyleCnt="0">
        <dgm:presLayoutVars>
          <dgm:dir/>
          <dgm:resizeHandles val="exact"/>
        </dgm:presLayoutVars>
      </dgm:prSet>
      <dgm:spPr/>
    </dgm:pt>
    <dgm:pt modelId="{821F7EC9-022A-4EB8-B126-BF1388F8A18C}" type="pres">
      <dgm:prSet presAssocID="{1ECAD644-BF18-492C-AE69-4A9C12FC25EE}" presName="compNode" presStyleCnt="0"/>
      <dgm:spPr/>
    </dgm:pt>
    <dgm:pt modelId="{65FA5DA9-4515-4AFA-927C-331A9ADEE203}" type="pres">
      <dgm:prSet presAssocID="{1ECAD644-BF18-492C-AE69-4A9C12FC25EE}" presName="bgRect" presStyleLbl="bgShp" presStyleIdx="0" presStyleCnt="3" custLinFactNeighborX="-90"/>
      <dgm:spPr/>
    </dgm:pt>
    <dgm:pt modelId="{448F5DF8-94C4-4BD7-BE2D-10B43AE16120}" type="pres">
      <dgm:prSet presAssocID="{1ECAD644-BF18-492C-AE69-4A9C12FC25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C9FC609-ADFF-4718-9E91-419A53F968BA}" type="pres">
      <dgm:prSet presAssocID="{1ECAD644-BF18-492C-AE69-4A9C12FC25EE}" presName="spaceRect" presStyleCnt="0"/>
      <dgm:spPr/>
    </dgm:pt>
    <dgm:pt modelId="{F4B402AB-1CB5-4476-A377-113559DC75CA}" type="pres">
      <dgm:prSet presAssocID="{1ECAD644-BF18-492C-AE69-4A9C12FC25EE}" presName="parTx" presStyleLbl="revTx" presStyleIdx="0" presStyleCnt="4">
        <dgm:presLayoutVars>
          <dgm:chMax val="0"/>
          <dgm:chPref val="0"/>
        </dgm:presLayoutVars>
      </dgm:prSet>
      <dgm:spPr/>
    </dgm:pt>
    <dgm:pt modelId="{7E86955E-B13B-4F71-934C-31A1E578DB9D}" type="pres">
      <dgm:prSet presAssocID="{EE3BA32F-3123-459B-94F4-598DAFCD8967}" presName="sibTrans" presStyleCnt="0"/>
      <dgm:spPr/>
    </dgm:pt>
    <dgm:pt modelId="{0704AA59-BA8E-4503-942C-2DE5656D5293}" type="pres">
      <dgm:prSet presAssocID="{A2555CE3-3330-4F2E-B8FC-14CDA735EB46}" presName="compNode" presStyleCnt="0"/>
      <dgm:spPr/>
    </dgm:pt>
    <dgm:pt modelId="{025AD64C-0771-4FBC-A3B4-1054BE5565E8}" type="pres">
      <dgm:prSet presAssocID="{A2555CE3-3330-4F2E-B8FC-14CDA735EB46}" presName="bgRect" presStyleLbl="bgShp" presStyleIdx="1" presStyleCnt="3"/>
      <dgm:spPr/>
    </dgm:pt>
    <dgm:pt modelId="{40EB5208-9B85-49E4-9B3D-20D7D720571E}" type="pres">
      <dgm:prSet presAssocID="{A2555CE3-3330-4F2E-B8FC-14CDA735EB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B050B2FA-3FC8-4657-B732-F80C22D6477E}" type="pres">
      <dgm:prSet presAssocID="{A2555CE3-3330-4F2E-B8FC-14CDA735EB46}" presName="spaceRect" presStyleCnt="0"/>
      <dgm:spPr/>
    </dgm:pt>
    <dgm:pt modelId="{D2AD242D-B1F7-461A-8958-9D5CC16222BC}" type="pres">
      <dgm:prSet presAssocID="{A2555CE3-3330-4F2E-B8FC-14CDA735EB46}" presName="parTx" presStyleLbl="revTx" presStyleIdx="1" presStyleCnt="4">
        <dgm:presLayoutVars>
          <dgm:chMax val="0"/>
          <dgm:chPref val="0"/>
        </dgm:presLayoutVars>
      </dgm:prSet>
      <dgm:spPr/>
    </dgm:pt>
    <dgm:pt modelId="{EDB2008A-F985-454B-98A7-E27BE551AD26}" type="pres">
      <dgm:prSet presAssocID="{A2555CE3-3330-4F2E-B8FC-14CDA735EB46}" presName="desTx" presStyleLbl="revTx" presStyleIdx="2" presStyleCnt="4" custLinFactNeighborX="-8147" custLinFactNeighborY="6635">
        <dgm:presLayoutVars/>
      </dgm:prSet>
      <dgm:spPr/>
    </dgm:pt>
    <dgm:pt modelId="{5735380C-9A93-4D8A-B4B6-20BFF1829401}" type="pres">
      <dgm:prSet presAssocID="{FB0A5847-5297-4A78-B911-721B94B8B7BA}" presName="sibTrans" presStyleCnt="0"/>
      <dgm:spPr/>
    </dgm:pt>
    <dgm:pt modelId="{6D123CD1-F939-44BB-8874-B2F1677FBAEA}" type="pres">
      <dgm:prSet presAssocID="{DEDF7B7B-CEBE-422C-A8D1-04ABB0B1F1BC}" presName="compNode" presStyleCnt="0"/>
      <dgm:spPr/>
    </dgm:pt>
    <dgm:pt modelId="{80570A02-4862-4B18-9942-BA7188B559BD}" type="pres">
      <dgm:prSet presAssocID="{DEDF7B7B-CEBE-422C-A8D1-04ABB0B1F1BC}" presName="bgRect" presStyleLbl="bgShp" presStyleIdx="2" presStyleCnt="3"/>
      <dgm:spPr/>
    </dgm:pt>
    <dgm:pt modelId="{9F100758-FA7E-4058-A47F-BC0AED93A835}" type="pres">
      <dgm:prSet presAssocID="{DEDF7B7B-CEBE-422C-A8D1-04ABB0B1F1B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83F0B2A-7838-4C82-97C9-79FF6D5E6F67}" type="pres">
      <dgm:prSet presAssocID="{DEDF7B7B-CEBE-422C-A8D1-04ABB0B1F1BC}" presName="spaceRect" presStyleCnt="0"/>
      <dgm:spPr/>
    </dgm:pt>
    <dgm:pt modelId="{3643A69A-ACAF-4BB7-88F3-B61900CFCF69}" type="pres">
      <dgm:prSet presAssocID="{DEDF7B7B-CEBE-422C-A8D1-04ABB0B1F1B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28EB609-5116-470B-83EF-8D30F12AB303}" type="presOf" srcId="{571BF49B-44BC-4751-837D-4D5A001D9D14}" destId="{EDB2008A-F985-454B-98A7-E27BE551AD26}" srcOrd="0" destOrd="2" presId="urn:microsoft.com/office/officeart/2018/2/layout/IconVerticalSolidList"/>
    <dgm:cxn modelId="{F6DD8113-2DC8-47A7-8542-3DFD353FAA9E}" type="presOf" srcId="{A2555CE3-3330-4F2E-B8FC-14CDA735EB46}" destId="{D2AD242D-B1F7-461A-8958-9D5CC16222BC}" srcOrd="0" destOrd="0" presId="urn:microsoft.com/office/officeart/2018/2/layout/IconVerticalSolidList"/>
    <dgm:cxn modelId="{E2D1DA24-6D6B-41E2-A416-AC1272EB09B9}" type="presOf" srcId="{9D44B26B-DA60-440C-8A70-71F38DD68279}" destId="{EDB2008A-F985-454B-98A7-E27BE551AD26}" srcOrd="0" destOrd="1" presId="urn:microsoft.com/office/officeart/2018/2/layout/IconVerticalSolidList"/>
    <dgm:cxn modelId="{5CD0C845-6E87-4CC4-8E53-A01AB06D35AC}" type="presOf" srcId="{1ECAD644-BF18-492C-AE69-4A9C12FC25EE}" destId="{F4B402AB-1CB5-4476-A377-113559DC75CA}" srcOrd="0" destOrd="0" presId="urn:microsoft.com/office/officeart/2018/2/layout/IconVerticalSolidList"/>
    <dgm:cxn modelId="{368B8547-7E22-473D-86CB-A53CEA5F3678}" srcId="{A2555CE3-3330-4F2E-B8FC-14CDA735EB46}" destId="{72168787-F2AC-4826-A45D-FBD8BAA8A91F}" srcOrd="0" destOrd="0" parTransId="{F7CA9ADD-4BBC-47F8-BBAB-BA6264ACB4C5}" sibTransId="{7C3E52CA-33F9-4FB6-A556-8AF38FD7A4A8}"/>
    <dgm:cxn modelId="{CBB12548-E92B-4831-9A58-B871F0A2EB24}" srcId="{1FB199C5-1C28-479A-AD7A-DAC0E20D4E1D}" destId="{DEDF7B7B-CEBE-422C-A8D1-04ABB0B1F1BC}" srcOrd="2" destOrd="0" parTransId="{ADC5C1E3-CC06-4961-8969-5792EFF0944F}" sibTransId="{436AF58A-410E-4152-846E-D72859757B1F}"/>
    <dgm:cxn modelId="{6FFCD76D-06B4-4633-883E-A74294EEA58E}" srcId="{1FB199C5-1C28-479A-AD7A-DAC0E20D4E1D}" destId="{1ECAD644-BF18-492C-AE69-4A9C12FC25EE}" srcOrd="0" destOrd="0" parTransId="{27C85E3E-90C0-4383-A67E-18957B6C43BA}" sibTransId="{EE3BA32F-3123-459B-94F4-598DAFCD8967}"/>
    <dgm:cxn modelId="{0401DF6E-1121-4E04-9D15-F691D14BA22A}" type="presOf" srcId="{DEDF7B7B-CEBE-422C-A8D1-04ABB0B1F1BC}" destId="{3643A69A-ACAF-4BB7-88F3-B61900CFCF69}" srcOrd="0" destOrd="0" presId="urn:microsoft.com/office/officeart/2018/2/layout/IconVerticalSolidList"/>
    <dgm:cxn modelId="{95F6BE71-F02C-430C-AA12-3C85AF2BEC52}" srcId="{A2555CE3-3330-4F2E-B8FC-14CDA735EB46}" destId="{571BF49B-44BC-4751-837D-4D5A001D9D14}" srcOrd="2" destOrd="0" parTransId="{8FE52B3A-9131-4731-8AFF-825A8C7EA9F2}" sibTransId="{0A622282-EE6A-4ADC-A549-8B6E9CE89B7A}"/>
    <dgm:cxn modelId="{B5DF8781-BB30-4154-801D-C9B01DE80C10}" srcId="{A2555CE3-3330-4F2E-B8FC-14CDA735EB46}" destId="{9D44B26B-DA60-440C-8A70-71F38DD68279}" srcOrd="1" destOrd="0" parTransId="{60DFFEA6-C943-44AD-BDD6-BB8B7022482A}" sibTransId="{7982DD23-5D1D-41A3-BD52-BD77601F8BC4}"/>
    <dgm:cxn modelId="{2B46F9D0-FB96-460A-89EE-6938EB2E8D22}" type="presOf" srcId="{72168787-F2AC-4826-A45D-FBD8BAA8A91F}" destId="{EDB2008A-F985-454B-98A7-E27BE551AD26}" srcOrd="0" destOrd="0" presId="urn:microsoft.com/office/officeart/2018/2/layout/IconVerticalSolidList"/>
    <dgm:cxn modelId="{C58C84D6-CDC4-41AB-96BC-E60251353163}" type="presOf" srcId="{1FB199C5-1C28-479A-AD7A-DAC0E20D4E1D}" destId="{480B095C-A8D9-43C8-BFCE-FF006C8E59B6}" srcOrd="0" destOrd="0" presId="urn:microsoft.com/office/officeart/2018/2/layout/IconVerticalSolidList"/>
    <dgm:cxn modelId="{DD9D5ADB-FF14-4CE2-97EE-62FC90B82234}" srcId="{1FB199C5-1C28-479A-AD7A-DAC0E20D4E1D}" destId="{A2555CE3-3330-4F2E-B8FC-14CDA735EB46}" srcOrd="1" destOrd="0" parTransId="{C9A60A7B-D734-4034-9CF1-1E98FDA75360}" sibTransId="{FB0A5847-5297-4A78-B911-721B94B8B7BA}"/>
    <dgm:cxn modelId="{C9A93B36-EB97-4C01-820C-BF784EB587B3}" type="presParOf" srcId="{480B095C-A8D9-43C8-BFCE-FF006C8E59B6}" destId="{821F7EC9-022A-4EB8-B126-BF1388F8A18C}" srcOrd="0" destOrd="0" presId="urn:microsoft.com/office/officeart/2018/2/layout/IconVerticalSolidList"/>
    <dgm:cxn modelId="{C9892AA1-F2FB-449F-A998-9BD6CD41EC14}" type="presParOf" srcId="{821F7EC9-022A-4EB8-B126-BF1388F8A18C}" destId="{65FA5DA9-4515-4AFA-927C-331A9ADEE203}" srcOrd="0" destOrd="0" presId="urn:microsoft.com/office/officeart/2018/2/layout/IconVerticalSolidList"/>
    <dgm:cxn modelId="{B1AE5516-9936-4A6A-9969-337AE85F42D9}" type="presParOf" srcId="{821F7EC9-022A-4EB8-B126-BF1388F8A18C}" destId="{448F5DF8-94C4-4BD7-BE2D-10B43AE16120}" srcOrd="1" destOrd="0" presId="urn:microsoft.com/office/officeart/2018/2/layout/IconVerticalSolidList"/>
    <dgm:cxn modelId="{0AE86FEF-7CA5-4D38-A269-651C5ECFCC89}" type="presParOf" srcId="{821F7EC9-022A-4EB8-B126-BF1388F8A18C}" destId="{AC9FC609-ADFF-4718-9E91-419A53F968BA}" srcOrd="2" destOrd="0" presId="urn:microsoft.com/office/officeart/2018/2/layout/IconVerticalSolidList"/>
    <dgm:cxn modelId="{EF5C3722-29DB-4309-AEEB-882367685CE2}" type="presParOf" srcId="{821F7EC9-022A-4EB8-B126-BF1388F8A18C}" destId="{F4B402AB-1CB5-4476-A377-113559DC75CA}" srcOrd="3" destOrd="0" presId="urn:microsoft.com/office/officeart/2018/2/layout/IconVerticalSolidList"/>
    <dgm:cxn modelId="{C1C07279-932F-471D-9439-5B269D9AEEDD}" type="presParOf" srcId="{480B095C-A8D9-43C8-BFCE-FF006C8E59B6}" destId="{7E86955E-B13B-4F71-934C-31A1E578DB9D}" srcOrd="1" destOrd="0" presId="urn:microsoft.com/office/officeart/2018/2/layout/IconVerticalSolidList"/>
    <dgm:cxn modelId="{AA15893C-9E79-4562-9B75-40D3E19D10B6}" type="presParOf" srcId="{480B095C-A8D9-43C8-BFCE-FF006C8E59B6}" destId="{0704AA59-BA8E-4503-942C-2DE5656D5293}" srcOrd="2" destOrd="0" presId="urn:microsoft.com/office/officeart/2018/2/layout/IconVerticalSolidList"/>
    <dgm:cxn modelId="{B2D68BBE-5DFF-4687-817E-66B0B5BF3049}" type="presParOf" srcId="{0704AA59-BA8E-4503-942C-2DE5656D5293}" destId="{025AD64C-0771-4FBC-A3B4-1054BE5565E8}" srcOrd="0" destOrd="0" presId="urn:microsoft.com/office/officeart/2018/2/layout/IconVerticalSolidList"/>
    <dgm:cxn modelId="{BA6D84BD-C408-4CA9-8780-3C8086C0DF0B}" type="presParOf" srcId="{0704AA59-BA8E-4503-942C-2DE5656D5293}" destId="{40EB5208-9B85-49E4-9B3D-20D7D720571E}" srcOrd="1" destOrd="0" presId="urn:microsoft.com/office/officeart/2018/2/layout/IconVerticalSolidList"/>
    <dgm:cxn modelId="{CD0AD572-DAB1-4935-B142-B0487703D7F6}" type="presParOf" srcId="{0704AA59-BA8E-4503-942C-2DE5656D5293}" destId="{B050B2FA-3FC8-4657-B732-F80C22D6477E}" srcOrd="2" destOrd="0" presId="urn:microsoft.com/office/officeart/2018/2/layout/IconVerticalSolidList"/>
    <dgm:cxn modelId="{52F35CED-8DB1-46F7-B8FA-534056392F85}" type="presParOf" srcId="{0704AA59-BA8E-4503-942C-2DE5656D5293}" destId="{D2AD242D-B1F7-461A-8958-9D5CC16222BC}" srcOrd="3" destOrd="0" presId="urn:microsoft.com/office/officeart/2018/2/layout/IconVerticalSolidList"/>
    <dgm:cxn modelId="{D3EF835D-B3E0-4BEE-94CC-CDFA826BE80F}" type="presParOf" srcId="{0704AA59-BA8E-4503-942C-2DE5656D5293}" destId="{EDB2008A-F985-454B-98A7-E27BE551AD26}" srcOrd="4" destOrd="0" presId="urn:microsoft.com/office/officeart/2018/2/layout/IconVerticalSolidList"/>
    <dgm:cxn modelId="{FDD819D0-570D-4561-88C5-7CED53083199}" type="presParOf" srcId="{480B095C-A8D9-43C8-BFCE-FF006C8E59B6}" destId="{5735380C-9A93-4D8A-B4B6-20BFF1829401}" srcOrd="3" destOrd="0" presId="urn:microsoft.com/office/officeart/2018/2/layout/IconVerticalSolidList"/>
    <dgm:cxn modelId="{3B33C79C-84BB-403E-93F3-15E82F50B64C}" type="presParOf" srcId="{480B095C-A8D9-43C8-BFCE-FF006C8E59B6}" destId="{6D123CD1-F939-44BB-8874-B2F1677FBAEA}" srcOrd="4" destOrd="0" presId="urn:microsoft.com/office/officeart/2018/2/layout/IconVerticalSolidList"/>
    <dgm:cxn modelId="{54B6EB7D-B3DC-4255-BB5B-0DCCD6397361}" type="presParOf" srcId="{6D123CD1-F939-44BB-8874-B2F1677FBAEA}" destId="{80570A02-4862-4B18-9942-BA7188B559BD}" srcOrd="0" destOrd="0" presId="urn:microsoft.com/office/officeart/2018/2/layout/IconVerticalSolidList"/>
    <dgm:cxn modelId="{C0EC0ED1-B341-4B76-86AA-7AD4CB474D1B}" type="presParOf" srcId="{6D123CD1-F939-44BB-8874-B2F1677FBAEA}" destId="{9F100758-FA7E-4058-A47F-BC0AED93A835}" srcOrd="1" destOrd="0" presId="urn:microsoft.com/office/officeart/2018/2/layout/IconVerticalSolidList"/>
    <dgm:cxn modelId="{0D7B2D51-91A8-4420-B1CF-178E43A8ECF9}" type="presParOf" srcId="{6D123CD1-F939-44BB-8874-B2F1677FBAEA}" destId="{283F0B2A-7838-4C82-97C9-79FF6D5E6F67}" srcOrd="2" destOrd="0" presId="urn:microsoft.com/office/officeart/2018/2/layout/IconVerticalSolidList"/>
    <dgm:cxn modelId="{830BF9D4-810E-4056-AA5D-9B50293D55C3}" type="presParOf" srcId="{6D123CD1-F939-44BB-8874-B2F1677FBAEA}" destId="{3643A69A-ACAF-4BB7-88F3-B61900CFCF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B58E115E-67CC-47A2-B5DC-0AE3C55E6F7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C95199-3E19-4D8D-96DA-7F2CCEB7A3B6}">
      <dgm:prSet/>
      <dgm:spPr/>
      <dgm:t>
        <a:bodyPr/>
        <a:lstStyle/>
        <a:p>
          <a:r>
            <a:rPr lang="en-US" b="1"/>
            <a:t>Defense in Depth:</a:t>
          </a:r>
          <a:r>
            <a:rPr lang="en-US"/>
            <a:t> Multiple layers of security, not relying on a single control</a:t>
          </a:r>
        </a:p>
      </dgm:t>
    </dgm:pt>
    <dgm:pt modelId="{F1D7D04A-0186-40BE-8259-C87EA8F2A9C2}" type="parTrans" cxnId="{FA2FDD8A-1C2A-424F-AEAA-CB56460704C7}">
      <dgm:prSet/>
      <dgm:spPr/>
      <dgm:t>
        <a:bodyPr/>
        <a:lstStyle/>
        <a:p>
          <a:endParaRPr lang="en-US"/>
        </a:p>
      </dgm:t>
    </dgm:pt>
    <dgm:pt modelId="{CB540415-CDE9-4BE0-84BF-9710278F501E}" type="sibTrans" cxnId="{FA2FDD8A-1C2A-424F-AEAA-CB56460704C7}">
      <dgm:prSet/>
      <dgm:spPr/>
      <dgm:t>
        <a:bodyPr/>
        <a:lstStyle/>
        <a:p>
          <a:endParaRPr lang="en-US"/>
        </a:p>
      </dgm:t>
    </dgm:pt>
    <dgm:pt modelId="{2085D3D7-E2AD-4BD3-BDCB-CE84C4A62029}">
      <dgm:prSet/>
      <dgm:spPr/>
      <dgm:t>
        <a:bodyPr/>
        <a:lstStyle/>
        <a:p>
          <a:r>
            <a:rPr lang="en-US" b="1"/>
            <a:t>Zero Trust:</a:t>
          </a:r>
          <a:r>
            <a:rPr lang="en-US"/>
            <a:t> Never trust by default, always verify (internal services or external services)</a:t>
          </a:r>
        </a:p>
      </dgm:t>
    </dgm:pt>
    <dgm:pt modelId="{AE323E85-0FE3-41EC-8439-229758A45608}" type="parTrans" cxnId="{99688B87-F4FA-4EAA-BB38-C216FEAA4A02}">
      <dgm:prSet/>
      <dgm:spPr/>
      <dgm:t>
        <a:bodyPr/>
        <a:lstStyle/>
        <a:p>
          <a:endParaRPr lang="en-US"/>
        </a:p>
      </dgm:t>
    </dgm:pt>
    <dgm:pt modelId="{5D9D3DF3-812E-4804-B974-EB984C27DAB8}" type="sibTrans" cxnId="{99688B87-F4FA-4EAA-BB38-C216FEAA4A02}">
      <dgm:prSet/>
      <dgm:spPr/>
      <dgm:t>
        <a:bodyPr/>
        <a:lstStyle/>
        <a:p>
          <a:endParaRPr lang="en-US"/>
        </a:p>
      </dgm:t>
    </dgm:pt>
    <dgm:pt modelId="{D136BA15-DE5F-43F7-856C-FE8642EAF9C3}">
      <dgm:prSet/>
      <dgm:spPr/>
      <dgm:t>
        <a:bodyPr/>
        <a:lstStyle/>
        <a:p>
          <a:r>
            <a:rPr lang="en-US" b="1"/>
            <a:t>Principle of Least Privilege:</a:t>
          </a:r>
          <a:r>
            <a:rPr lang="en-US"/>
            <a:t> Users/services get only what they need</a:t>
          </a:r>
        </a:p>
      </dgm:t>
    </dgm:pt>
    <dgm:pt modelId="{41885E0F-687A-4B8E-8830-B3EDE6D4F560}" type="parTrans" cxnId="{41744F26-A8E8-4817-85CA-7D081A0F17C6}">
      <dgm:prSet/>
      <dgm:spPr/>
      <dgm:t>
        <a:bodyPr/>
        <a:lstStyle/>
        <a:p>
          <a:endParaRPr lang="en-US"/>
        </a:p>
      </dgm:t>
    </dgm:pt>
    <dgm:pt modelId="{A21C92A1-3BF5-4A0C-B45F-495790390AD1}" type="sibTrans" cxnId="{41744F26-A8E8-4817-85CA-7D081A0F17C6}">
      <dgm:prSet/>
      <dgm:spPr/>
      <dgm:t>
        <a:bodyPr/>
        <a:lstStyle/>
        <a:p>
          <a:endParaRPr lang="en-US"/>
        </a:p>
      </dgm:t>
    </dgm:pt>
    <dgm:pt modelId="{5F49D13F-3C62-4F30-A61A-19F8BA9FCEF0}">
      <dgm:prSet/>
      <dgm:spPr/>
      <dgm:t>
        <a:bodyPr/>
        <a:lstStyle/>
        <a:p>
          <a:r>
            <a:rPr lang="en-US" b="1"/>
            <a:t>Encrypt Everywhere:</a:t>
          </a:r>
          <a:r>
            <a:rPr lang="en-US"/>
            <a:t> Data in transit (</a:t>
          </a:r>
          <a:r>
            <a:rPr lang="en-US" i="1"/>
            <a:t>Transport Layer Security - TLS</a:t>
          </a:r>
          <a:r>
            <a:rPr lang="en-US"/>
            <a:t>) and at rest (</a:t>
          </a:r>
          <a:r>
            <a:rPr lang="en-US" i="1"/>
            <a:t>Advanced Encryption Standard - AES</a:t>
          </a:r>
          <a:r>
            <a:rPr lang="en-US"/>
            <a:t>)</a:t>
          </a:r>
        </a:p>
      </dgm:t>
    </dgm:pt>
    <dgm:pt modelId="{332B69B7-D290-4D67-9A80-F85ACB745583}" type="parTrans" cxnId="{31171973-ED55-44FD-A0EC-EBF17D5A4AFF}">
      <dgm:prSet/>
      <dgm:spPr/>
      <dgm:t>
        <a:bodyPr/>
        <a:lstStyle/>
        <a:p>
          <a:endParaRPr lang="en-US"/>
        </a:p>
      </dgm:t>
    </dgm:pt>
    <dgm:pt modelId="{58F761FA-7017-4FCD-B5D8-4EDA299C8D45}" type="sibTrans" cxnId="{31171973-ED55-44FD-A0EC-EBF17D5A4AFF}">
      <dgm:prSet/>
      <dgm:spPr/>
      <dgm:t>
        <a:bodyPr/>
        <a:lstStyle/>
        <a:p>
          <a:endParaRPr lang="en-US"/>
        </a:p>
      </dgm:t>
    </dgm:pt>
    <dgm:pt modelId="{AD36F606-BD79-4ADD-84CD-5E8B79B537F7}">
      <dgm:prSet/>
      <dgm:spPr/>
      <dgm:t>
        <a:bodyPr/>
        <a:lstStyle/>
        <a:p>
          <a:r>
            <a:rPr lang="en-US" b="1"/>
            <a:t>Audit Everything:</a:t>
          </a:r>
          <a:r>
            <a:rPr lang="en-US"/>
            <a:t> Log all access and changes for compliance</a:t>
          </a:r>
        </a:p>
      </dgm:t>
    </dgm:pt>
    <dgm:pt modelId="{7E4ED047-BD4C-4AE6-8B87-5DE17C9D87C2}" type="parTrans" cxnId="{809923A0-5F94-499D-B55B-BA994A16C743}">
      <dgm:prSet/>
      <dgm:spPr/>
      <dgm:t>
        <a:bodyPr/>
        <a:lstStyle/>
        <a:p>
          <a:endParaRPr lang="en-US"/>
        </a:p>
      </dgm:t>
    </dgm:pt>
    <dgm:pt modelId="{3B00CB81-83DE-47F4-9E2C-70C4D99B4592}" type="sibTrans" cxnId="{809923A0-5F94-499D-B55B-BA994A16C743}">
      <dgm:prSet/>
      <dgm:spPr/>
      <dgm:t>
        <a:bodyPr/>
        <a:lstStyle/>
        <a:p>
          <a:endParaRPr lang="en-US"/>
        </a:p>
      </dgm:t>
    </dgm:pt>
    <dgm:pt modelId="{AA69F70E-08C2-425E-95B1-0FABA20A0F5C}" type="pres">
      <dgm:prSet presAssocID="{B58E115E-67CC-47A2-B5DC-0AE3C55E6F71}" presName="vert0" presStyleCnt="0">
        <dgm:presLayoutVars>
          <dgm:dir/>
          <dgm:animOne val="branch"/>
          <dgm:animLvl val="lvl"/>
        </dgm:presLayoutVars>
      </dgm:prSet>
      <dgm:spPr/>
    </dgm:pt>
    <dgm:pt modelId="{1A2E6747-B28A-49CE-8E06-76F60B379BE9}" type="pres">
      <dgm:prSet presAssocID="{65C95199-3E19-4D8D-96DA-7F2CCEB7A3B6}" presName="thickLine" presStyleLbl="alignNode1" presStyleIdx="0" presStyleCnt="5"/>
      <dgm:spPr/>
    </dgm:pt>
    <dgm:pt modelId="{5C5267E5-7233-44B0-A316-381105FA98DA}" type="pres">
      <dgm:prSet presAssocID="{65C95199-3E19-4D8D-96DA-7F2CCEB7A3B6}" presName="horz1" presStyleCnt="0"/>
      <dgm:spPr/>
    </dgm:pt>
    <dgm:pt modelId="{20DD0C84-18B3-49EC-95A2-1B3374DC595E}" type="pres">
      <dgm:prSet presAssocID="{65C95199-3E19-4D8D-96DA-7F2CCEB7A3B6}" presName="tx1" presStyleLbl="revTx" presStyleIdx="0" presStyleCnt="5"/>
      <dgm:spPr/>
    </dgm:pt>
    <dgm:pt modelId="{F4CFDF32-5864-49AA-991F-C50E2003F613}" type="pres">
      <dgm:prSet presAssocID="{65C95199-3E19-4D8D-96DA-7F2CCEB7A3B6}" presName="vert1" presStyleCnt="0"/>
      <dgm:spPr/>
    </dgm:pt>
    <dgm:pt modelId="{B2218653-4CBE-473A-986C-D699427A4ED0}" type="pres">
      <dgm:prSet presAssocID="{2085D3D7-E2AD-4BD3-BDCB-CE84C4A62029}" presName="thickLine" presStyleLbl="alignNode1" presStyleIdx="1" presStyleCnt="5"/>
      <dgm:spPr/>
    </dgm:pt>
    <dgm:pt modelId="{84C4B925-6CAC-40C8-AB29-0BC36BE7A132}" type="pres">
      <dgm:prSet presAssocID="{2085D3D7-E2AD-4BD3-BDCB-CE84C4A62029}" presName="horz1" presStyleCnt="0"/>
      <dgm:spPr/>
    </dgm:pt>
    <dgm:pt modelId="{C177525B-9127-457A-9D1F-B08A0D32B4A2}" type="pres">
      <dgm:prSet presAssocID="{2085D3D7-E2AD-4BD3-BDCB-CE84C4A62029}" presName="tx1" presStyleLbl="revTx" presStyleIdx="1" presStyleCnt="5"/>
      <dgm:spPr/>
    </dgm:pt>
    <dgm:pt modelId="{8CC29BC9-8965-4DFB-AD6E-9825C826EDCE}" type="pres">
      <dgm:prSet presAssocID="{2085D3D7-E2AD-4BD3-BDCB-CE84C4A62029}" presName="vert1" presStyleCnt="0"/>
      <dgm:spPr/>
    </dgm:pt>
    <dgm:pt modelId="{B569760D-7B43-44C2-B586-6B7CA7C057AF}" type="pres">
      <dgm:prSet presAssocID="{D136BA15-DE5F-43F7-856C-FE8642EAF9C3}" presName="thickLine" presStyleLbl="alignNode1" presStyleIdx="2" presStyleCnt="5"/>
      <dgm:spPr/>
    </dgm:pt>
    <dgm:pt modelId="{3944C338-591D-4E12-A494-CF1E27C055D3}" type="pres">
      <dgm:prSet presAssocID="{D136BA15-DE5F-43F7-856C-FE8642EAF9C3}" presName="horz1" presStyleCnt="0"/>
      <dgm:spPr/>
    </dgm:pt>
    <dgm:pt modelId="{A5A249F7-ED65-4A2F-9CFE-0B950771DF98}" type="pres">
      <dgm:prSet presAssocID="{D136BA15-DE5F-43F7-856C-FE8642EAF9C3}" presName="tx1" presStyleLbl="revTx" presStyleIdx="2" presStyleCnt="5"/>
      <dgm:spPr/>
    </dgm:pt>
    <dgm:pt modelId="{A6B30078-AFDE-4469-A023-4FF239DFDA51}" type="pres">
      <dgm:prSet presAssocID="{D136BA15-DE5F-43F7-856C-FE8642EAF9C3}" presName="vert1" presStyleCnt="0"/>
      <dgm:spPr/>
    </dgm:pt>
    <dgm:pt modelId="{F097A4CE-565F-42DB-A57B-F37C7AAB5956}" type="pres">
      <dgm:prSet presAssocID="{5F49D13F-3C62-4F30-A61A-19F8BA9FCEF0}" presName="thickLine" presStyleLbl="alignNode1" presStyleIdx="3" presStyleCnt="5"/>
      <dgm:spPr/>
    </dgm:pt>
    <dgm:pt modelId="{AD1CD9E7-D272-43DB-92EF-64DFA0E170B9}" type="pres">
      <dgm:prSet presAssocID="{5F49D13F-3C62-4F30-A61A-19F8BA9FCEF0}" presName="horz1" presStyleCnt="0"/>
      <dgm:spPr/>
    </dgm:pt>
    <dgm:pt modelId="{158CBA93-38E2-45BC-A191-DE95DD84ED8F}" type="pres">
      <dgm:prSet presAssocID="{5F49D13F-3C62-4F30-A61A-19F8BA9FCEF0}" presName="tx1" presStyleLbl="revTx" presStyleIdx="3" presStyleCnt="5"/>
      <dgm:spPr/>
    </dgm:pt>
    <dgm:pt modelId="{BDC2F253-051C-473A-AA45-794B46107194}" type="pres">
      <dgm:prSet presAssocID="{5F49D13F-3C62-4F30-A61A-19F8BA9FCEF0}" presName="vert1" presStyleCnt="0"/>
      <dgm:spPr/>
    </dgm:pt>
    <dgm:pt modelId="{C629E10B-210D-4669-885C-85824E0FF402}" type="pres">
      <dgm:prSet presAssocID="{AD36F606-BD79-4ADD-84CD-5E8B79B537F7}" presName="thickLine" presStyleLbl="alignNode1" presStyleIdx="4" presStyleCnt="5"/>
      <dgm:spPr/>
    </dgm:pt>
    <dgm:pt modelId="{FAD368D0-FC04-4F36-93D6-F474FE700385}" type="pres">
      <dgm:prSet presAssocID="{AD36F606-BD79-4ADD-84CD-5E8B79B537F7}" presName="horz1" presStyleCnt="0"/>
      <dgm:spPr/>
    </dgm:pt>
    <dgm:pt modelId="{D9C25971-ADD2-4C3D-BD6C-780C059EEBCA}" type="pres">
      <dgm:prSet presAssocID="{AD36F606-BD79-4ADD-84CD-5E8B79B537F7}" presName="tx1" presStyleLbl="revTx" presStyleIdx="4" presStyleCnt="5"/>
      <dgm:spPr/>
    </dgm:pt>
    <dgm:pt modelId="{64D7ED19-AB85-472A-8E12-046195EFDB95}" type="pres">
      <dgm:prSet presAssocID="{AD36F606-BD79-4ADD-84CD-5E8B79B537F7}" presName="vert1" presStyleCnt="0"/>
      <dgm:spPr/>
    </dgm:pt>
  </dgm:ptLst>
  <dgm:cxnLst>
    <dgm:cxn modelId="{41744F26-A8E8-4817-85CA-7D081A0F17C6}" srcId="{B58E115E-67CC-47A2-B5DC-0AE3C55E6F71}" destId="{D136BA15-DE5F-43F7-856C-FE8642EAF9C3}" srcOrd="2" destOrd="0" parTransId="{41885E0F-687A-4B8E-8830-B3EDE6D4F560}" sibTransId="{A21C92A1-3BF5-4A0C-B45F-495790390AD1}"/>
    <dgm:cxn modelId="{BEB5193B-B4E4-4952-8BC2-DDBC4E80C939}" type="presOf" srcId="{AD36F606-BD79-4ADD-84CD-5E8B79B537F7}" destId="{D9C25971-ADD2-4C3D-BD6C-780C059EEBCA}" srcOrd="0" destOrd="0" presId="urn:microsoft.com/office/officeart/2008/layout/LinedList"/>
    <dgm:cxn modelId="{31171973-ED55-44FD-A0EC-EBF17D5A4AFF}" srcId="{B58E115E-67CC-47A2-B5DC-0AE3C55E6F71}" destId="{5F49D13F-3C62-4F30-A61A-19F8BA9FCEF0}" srcOrd="3" destOrd="0" parTransId="{332B69B7-D290-4D67-9A80-F85ACB745583}" sibTransId="{58F761FA-7017-4FCD-B5D8-4EDA299C8D45}"/>
    <dgm:cxn modelId="{99688B87-F4FA-4EAA-BB38-C216FEAA4A02}" srcId="{B58E115E-67CC-47A2-B5DC-0AE3C55E6F71}" destId="{2085D3D7-E2AD-4BD3-BDCB-CE84C4A62029}" srcOrd="1" destOrd="0" parTransId="{AE323E85-0FE3-41EC-8439-229758A45608}" sibTransId="{5D9D3DF3-812E-4804-B974-EB984C27DAB8}"/>
    <dgm:cxn modelId="{FA2FDD8A-1C2A-424F-AEAA-CB56460704C7}" srcId="{B58E115E-67CC-47A2-B5DC-0AE3C55E6F71}" destId="{65C95199-3E19-4D8D-96DA-7F2CCEB7A3B6}" srcOrd="0" destOrd="0" parTransId="{F1D7D04A-0186-40BE-8259-C87EA8F2A9C2}" sibTransId="{CB540415-CDE9-4BE0-84BF-9710278F501E}"/>
    <dgm:cxn modelId="{0EE7B88E-0259-45A1-AFC1-AED2C33D4B9B}" type="presOf" srcId="{B58E115E-67CC-47A2-B5DC-0AE3C55E6F71}" destId="{AA69F70E-08C2-425E-95B1-0FABA20A0F5C}" srcOrd="0" destOrd="0" presId="urn:microsoft.com/office/officeart/2008/layout/LinedList"/>
    <dgm:cxn modelId="{56D24798-0F4C-4D02-8989-8C78C834735B}" type="presOf" srcId="{5F49D13F-3C62-4F30-A61A-19F8BA9FCEF0}" destId="{158CBA93-38E2-45BC-A191-DE95DD84ED8F}" srcOrd="0" destOrd="0" presId="urn:microsoft.com/office/officeart/2008/layout/LinedList"/>
    <dgm:cxn modelId="{C89DE89C-B8E0-4F57-81C1-74134824CF78}" type="presOf" srcId="{D136BA15-DE5F-43F7-856C-FE8642EAF9C3}" destId="{A5A249F7-ED65-4A2F-9CFE-0B950771DF98}" srcOrd="0" destOrd="0" presId="urn:microsoft.com/office/officeart/2008/layout/LinedList"/>
    <dgm:cxn modelId="{809923A0-5F94-499D-B55B-BA994A16C743}" srcId="{B58E115E-67CC-47A2-B5DC-0AE3C55E6F71}" destId="{AD36F606-BD79-4ADD-84CD-5E8B79B537F7}" srcOrd="4" destOrd="0" parTransId="{7E4ED047-BD4C-4AE6-8B87-5DE17C9D87C2}" sibTransId="{3B00CB81-83DE-47F4-9E2C-70C4D99B4592}"/>
    <dgm:cxn modelId="{A767EDCD-F083-46BC-ACE3-DE6BFA5E0388}" type="presOf" srcId="{2085D3D7-E2AD-4BD3-BDCB-CE84C4A62029}" destId="{C177525B-9127-457A-9D1F-B08A0D32B4A2}" srcOrd="0" destOrd="0" presId="urn:microsoft.com/office/officeart/2008/layout/LinedList"/>
    <dgm:cxn modelId="{D0DE0CDF-205B-4644-9AC4-176FD3BEBB8E}" type="presOf" srcId="{65C95199-3E19-4D8D-96DA-7F2CCEB7A3B6}" destId="{20DD0C84-18B3-49EC-95A2-1B3374DC595E}" srcOrd="0" destOrd="0" presId="urn:microsoft.com/office/officeart/2008/layout/LinedList"/>
    <dgm:cxn modelId="{078551D7-65EE-4C31-A1E2-08DD09039EA7}" type="presParOf" srcId="{AA69F70E-08C2-425E-95B1-0FABA20A0F5C}" destId="{1A2E6747-B28A-49CE-8E06-76F60B379BE9}" srcOrd="0" destOrd="0" presId="urn:microsoft.com/office/officeart/2008/layout/LinedList"/>
    <dgm:cxn modelId="{3A0F8ACE-148A-42DB-89E0-47A3C4AF666A}" type="presParOf" srcId="{AA69F70E-08C2-425E-95B1-0FABA20A0F5C}" destId="{5C5267E5-7233-44B0-A316-381105FA98DA}" srcOrd="1" destOrd="0" presId="urn:microsoft.com/office/officeart/2008/layout/LinedList"/>
    <dgm:cxn modelId="{8EFAE5A6-3838-48F9-9B23-51C26F754ED1}" type="presParOf" srcId="{5C5267E5-7233-44B0-A316-381105FA98DA}" destId="{20DD0C84-18B3-49EC-95A2-1B3374DC595E}" srcOrd="0" destOrd="0" presId="urn:microsoft.com/office/officeart/2008/layout/LinedList"/>
    <dgm:cxn modelId="{9C880177-D9F9-4E63-AD8A-C67733AF27D5}" type="presParOf" srcId="{5C5267E5-7233-44B0-A316-381105FA98DA}" destId="{F4CFDF32-5864-49AA-991F-C50E2003F613}" srcOrd="1" destOrd="0" presId="urn:microsoft.com/office/officeart/2008/layout/LinedList"/>
    <dgm:cxn modelId="{C4C12474-0193-454F-BFBC-34B48E556586}" type="presParOf" srcId="{AA69F70E-08C2-425E-95B1-0FABA20A0F5C}" destId="{B2218653-4CBE-473A-986C-D699427A4ED0}" srcOrd="2" destOrd="0" presId="urn:microsoft.com/office/officeart/2008/layout/LinedList"/>
    <dgm:cxn modelId="{15D14B88-C3BB-4BD3-BDA5-04AB69E20323}" type="presParOf" srcId="{AA69F70E-08C2-425E-95B1-0FABA20A0F5C}" destId="{84C4B925-6CAC-40C8-AB29-0BC36BE7A132}" srcOrd="3" destOrd="0" presId="urn:microsoft.com/office/officeart/2008/layout/LinedList"/>
    <dgm:cxn modelId="{20DCA0ED-E031-4891-B9F3-E66E10E05394}" type="presParOf" srcId="{84C4B925-6CAC-40C8-AB29-0BC36BE7A132}" destId="{C177525B-9127-457A-9D1F-B08A0D32B4A2}" srcOrd="0" destOrd="0" presId="urn:microsoft.com/office/officeart/2008/layout/LinedList"/>
    <dgm:cxn modelId="{8D1BDE4A-40E1-47D8-BD85-786B8931BC4F}" type="presParOf" srcId="{84C4B925-6CAC-40C8-AB29-0BC36BE7A132}" destId="{8CC29BC9-8965-4DFB-AD6E-9825C826EDCE}" srcOrd="1" destOrd="0" presId="urn:microsoft.com/office/officeart/2008/layout/LinedList"/>
    <dgm:cxn modelId="{6663352A-2216-45FD-A4B1-20B5560480AB}" type="presParOf" srcId="{AA69F70E-08C2-425E-95B1-0FABA20A0F5C}" destId="{B569760D-7B43-44C2-B586-6B7CA7C057AF}" srcOrd="4" destOrd="0" presId="urn:microsoft.com/office/officeart/2008/layout/LinedList"/>
    <dgm:cxn modelId="{123B39AA-47F6-43B4-8F46-6019635819A2}" type="presParOf" srcId="{AA69F70E-08C2-425E-95B1-0FABA20A0F5C}" destId="{3944C338-591D-4E12-A494-CF1E27C055D3}" srcOrd="5" destOrd="0" presId="urn:microsoft.com/office/officeart/2008/layout/LinedList"/>
    <dgm:cxn modelId="{EB605A17-671F-4C1A-ADE9-4355A9BE195C}" type="presParOf" srcId="{3944C338-591D-4E12-A494-CF1E27C055D3}" destId="{A5A249F7-ED65-4A2F-9CFE-0B950771DF98}" srcOrd="0" destOrd="0" presId="urn:microsoft.com/office/officeart/2008/layout/LinedList"/>
    <dgm:cxn modelId="{2786D1E7-497B-4C9A-B192-0D1DFC0DD9CB}" type="presParOf" srcId="{3944C338-591D-4E12-A494-CF1E27C055D3}" destId="{A6B30078-AFDE-4469-A023-4FF239DFDA51}" srcOrd="1" destOrd="0" presId="urn:microsoft.com/office/officeart/2008/layout/LinedList"/>
    <dgm:cxn modelId="{82640C63-E83B-45CB-8589-0088E4A6F565}" type="presParOf" srcId="{AA69F70E-08C2-425E-95B1-0FABA20A0F5C}" destId="{F097A4CE-565F-42DB-A57B-F37C7AAB5956}" srcOrd="6" destOrd="0" presId="urn:microsoft.com/office/officeart/2008/layout/LinedList"/>
    <dgm:cxn modelId="{E00B7938-3C8D-4BA7-8776-666B588EEAC8}" type="presParOf" srcId="{AA69F70E-08C2-425E-95B1-0FABA20A0F5C}" destId="{AD1CD9E7-D272-43DB-92EF-64DFA0E170B9}" srcOrd="7" destOrd="0" presId="urn:microsoft.com/office/officeart/2008/layout/LinedList"/>
    <dgm:cxn modelId="{E8DD8CB5-8F8F-40F0-9118-E1CDDAF6D2F1}" type="presParOf" srcId="{AD1CD9E7-D272-43DB-92EF-64DFA0E170B9}" destId="{158CBA93-38E2-45BC-A191-DE95DD84ED8F}" srcOrd="0" destOrd="0" presId="urn:microsoft.com/office/officeart/2008/layout/LinedList"/>
    <dgm:cxn modelId="{1A35594B-9FDB-4873-94E5-0099091CBFF4}" type="presParOf" srcId="{AD1CD9E7-D272-43DB-92EF-64DFA0E170B9}" destId="{BDC2F253-051C-473A-AA45-794B46107194}" srcOrd="1" destOrd="0" presId="urn:microsoft.com/office/officeart/2008/layout/LinedList"/>
    <dgm:cxn modelId="{13791647-8F38-4EC7-9C24-901627E82068}" type="presParOf" srcId="{AA69F70E-08C2-425E-95B1-0FABA20A0F5C}" destId="{C629E10B-210D-4669-885C-85824E0FF402}" srcOrd="8" destOrd="0" presId="urn:microsoft.com/office/officeart/2008/layout/LinedList"/>
    <dgm:cxn modelId="{55011C6D-DF4C-4B8E-BF96-C60FDB21EBD6}" type="presParOf" srcId="{AA69F70E-08C2-425E-95B1-0FABA20A0F5C}" destId="{FAD368D0-FC04-4F36-93D6-F474FE700385}" srcOrd="9" destOrd="0" presId="urn:microsoft.com/office/officeart/2008/layout/LinedList"/>
    <dgm:cxn modelId="{122FD21A-9BFA-4E84-A673-80C3D665EC88}" type="presParOf" srcId="{FAD368D0-FC04-4F36-93D6-F474FE700385}" destId="{D9C25971-ADD2-4C3D-BD6C-780C059EEBCA}" srcOrd="0" destOrd="0" presId="urn:microsoft.com/office/officeart/2008/layout/LinedList"/>
    <dgm:cxn modelId="{9A45E434-13A2-4EDF-A7FB-0DAE8F21200C}" type="presParOf" srcId="{FAD368D0-FC04-4F36-93D6-F474FE700385}" destId="{64D7ED19-AB85-472A-8E12-046195EFDB9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BD46530-F634-4A6A-A8AD-EF7EECC490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F138B9-00F8-4D38-B1F8-D05DADB54D07}">
      <dgm:prSet custT="1"/>
      <dgm:spPr/>
      <dgm:t>
        <a:bodyPr/>
        <a:lstStyle/>
        <a:p>
          <a:r>
            <a:rPr lang="en-US" sz="2800" b="1" kern="1200" dirty="0">
              <a:solidFill>
                <a:prstClr val="white"/>
              </a:solidFill>
              <a:latin typeface="Abadi ExtraLight" panose="020B0204020104020204" pitchFamily="34" charset="0"/>
              <a:ea typeface="+mn-ea"/>
              <a:cs typeface="+mn-cs"/>
            </a:rPr>
            <a:t>Authentication</a:t>
          </a:r>
          <a:r>
            <a:rPr lang="en-US" sz="2800" b="1" kern="1200" dirty="0">
              <a:latin typeface="Abadi ExtraLight" panose="020B0204020104020204" pitchFamily="34" charset="0"/>
            </a:rPr>
            <a:t> (</a:t>
          </a:r>
          <a:r>
            <a:rPr lang="en-US" sz="2800" b="1" kern="1200" dirty="0">
              <a:solidFill>
                <a:prstClr val="white"/>
              </a:solidFill>
              <a:latin typeface="Abadi ExtraLight" panose="020B0204020104020204" pitchFamily="34" charset="0"/>
              <a:ea typeface="+mn-ea"/>
              <a:cs typeface="+mn-cs"/>
            </a:rPr>
            <a:t>AuthN</a:t>
          </a:r>
          <a:r>
            <a:rPr lang="en-US" sz="2800" b="1" kern="1200" dirty="0">
              <a:latin typeface="Abadi ExtraLight" panose="020B0204020104020204" pitchFamily="34" charset="0"/>
            </a:rPr>
            <a:t>) - "Who are you?"</a:t>
          </a:r>
          <a:endParaRPr lang="en-US" sz="2800" kern="1200" dirty="0">
            <a:latin typeface="Abadi ExtraLight" panose="020B0204020104020204" pitchFamily="34" charset="0"/>
          </a:endParaRPr>
        </a:p>
      </dgm:t>
    </dgm:pt>
    <dgm:pt modelId="{937ECCE9-9444-4629-B72E-76645A3D2FE0}" type="parTrans" cxnId="{C74CF85C-3E8C-44CF-9390-AF7C244FA191}">
      <dgm:prSet/>
      <dgm:spPr/>
      <dgm:t>
        <a:bodyPr/>
        <a:lstStyle/>
        <a:p>
          <a:endParaRPr lang="en-US"/>
        </a:p>
      </dgm:t>
    </dgm:pt>
    <dgm:pt modelId="{61C2F5F1-84C8-42AC-AE75-E632A4C1C1E9}" type="sibTrans" cxnId="{C74CF85C-3E8C-44CF-9390-AF7C244FA191}">
      <dgm:prSet/>
      <dgm:spPr/>
      <dgm:t>
        <a:bodyPr/>
        <a:lstStyle/>
        <a:p>
          <a:endParaRPr lang="en-US"/>
        </a:p>
      </dgm:t>
    </dgm:pt>
    <dgm:pt modelId="{0C908379-F1E4-4C3C-B05C-5A1259A02257}">
      <dgm:prSet custT="1"/>
      <dgm:spPr/>
      <dgm:t>
        <a:bodyPr/>
        <a:lstStyle/>
        <a:p>
          <a:r>
            <a:rPr lang="en-US" sz="2400" dirty="0">
              <a:latin typeface="Abadi ExtraLight" panose="020B0204020104020204" pitchFamily="34" charset="0"/>
            </a:rPr>
            <a:t>Verify identity via credentials</a:t>
          </a:r>
        </a:p>
      </dgm:t>
    </dgm:pt>
    <dgm:pt modelId="{EF2637F0-8495-42F7-9712-C5BC9C050BED}" type="parTrans" cxnId="{76F383CB-9CC8-4E1E-90E2-64990D4FF37F}">
      <dgm:prSet/>
      <dgm:spPr/>
      <dgm:t>
        <a:bodyPr/>
        <a:lstStyle/>
        <a:p>
          <a:endParaRPr lang="en-US"/>
        </a:p>
      </dgm:t>
    </dgm:pt>
    <dgm:pt modelId="{BF96FAC0-73FC-4E74-9F7E-AEC434D9303C}" type="sibTrans" cxnId="{76F383CB-9CC8-4E1E-90E2-64990D4FF37F}">
      <dgm:prSet/>
      <dgm:spPr/>
      <dgm:t>
        <a:bodyPr/>
        <a:lstStyle/>
        <a:p>
          <a:endParaRPr lang="en-US"/>
        </a:p>
      </dgm:t>
    </dgm:pt>
    <dgm:pt modelId="{E8499AB3-F752-4D05-9472-48360880553D}">
      <dgm:prSet custT="1"/>
      <dgm:spPr/>
      <dgm:t>
        <a:bodyPr/>
        <a:lstStyle/>
        <a:p>
          <a:r>
            <a:rPr lang="en-US" sz="2400" dirty="0">
              <a:latin typeface="Abadi ExtraLight" panose="020B0204020104020204" pitchFamily="34" charset="0"/>
            </a:rPr>
            <a:t>Username/password, MFA, OAuth</a:t>
          </a:r>
        </a:p>
      </dgm:t>
    </dgm:pt>
    <dgm:pt modelId="{CA30B055-5821-493A-BA98-0BCED12154AD}" type="parTrans" cxnId="{AC639762-348A-4797-BEE9-1840794E9E56}">
      <dgm:prSet/>
      <dgm:spPr/>
      <dgm:t>
        <a:bodyPr/>
        <a:lstStyle/>
        <a:p>
          <a:endParaRPr lang="en-US"/>
        </a:p>
      </dgm:t>
    </dgm:pt>
    <dgm:pt modelId="{08D5DBE9-2223-4E1C-81DC-E1700E8365A4}" type="sibTrans" cxnId="{AC639762-348A-4797-BEE9-1840794E9E56}">
      <dgm:prSet/>
      <dgm:spPr/>
      <dgm:t>
        <a:bodyPr/>
        <a:lstStyle/>
        <a:p>
          <a:endParaRPr lang="en-US"/>
        </a:p>
      </dgm:t>
    </dgm:pt>
    <dgm:pt modelId="{2DD33E8E-AECD-444F-AAAD-622EEEB09CD6}">
      <dgm:prSet custT="1"/>
      <dgm:spPr/>
      <dgm:t>
        <a:bodyPr/>
        <a:lstStyle/>
        <a:p>
          <a:r>
            <a:rPr lang="en-US" sz="2400" dirty="0">
              <a:latin typeface="Abadi ExtraLight" panose="020B0204020104020204" pitchFamily="34" charset="0"/>
            </a:rPr>
            <a:t>Happens once (login)</a:t>
          </a:r>
        </a:p>
      </dgm:t>
    </dgm:pt>
    <dgm:pt modelId="{A6B0E21A-6B9F-4A04-8084-8FAAE4DE09E6}" type="parTrans" cxnId="{B326A6CA-C293-433A-BD87-D5C83D7D6E8F}">
      <dgm:prSet/>
      <dgm:spPr/>
      <dgm:t>
        <a:bodyPr/>
        <a:lstStyle/>
        <a:p>
          <a:endParaRPr lang="en-US"/>
        </a:p>
      </dgm:t>
    </dgm:pt>
    <dgm:pt modelId="{F012D04A-8F0E-48FC-9702-68DFEC57D3F2}" type="sibTrans" cxnId="{B326A6CA-C293-433A-BD87-D5C83D7D6E8F}">
      <dgm:prSet/>
      <dgm:spPr/>
      <dgm:t>
        <a:bodyPr/>
        <a:lstStyle/>
        <a:p>
          <a:endParaRPr lang="en-US"/>
        </a:p>
      </dgm:t>
    </dgm:pt>
    <dgm:pt modelId="{4C5CBCD1-03FE-4D6D-8F90-293A83B27E48}">
      <dgm:prSet custT="1"/>
      <dgm:spPr/>
      <dgm:t>
        <a:bodyPr/>
        <a:lstStyle/>
        <a:p>
          <a:r>
            <a:rPr lang="en-US" sz="2800" b="1" dirty="0">
              <a:latin typeface="Abadi ExtraLight" panose="020B0204020104020204" pitchFamily="34" charset="0"/>
            </a:rPr>
            <a:t>Authorization (</a:t>
          </a:r>
          <a:r>
            <a:rPr lang="en-US" sz="2800" b="1" dirty="0" err="1">
              <a:latin typeface="Abadi ExtraLight" panose="020B0204020104020204" pitchFamily="34" charset="0"/>
            </a:rPr>
            <a:t>AuthZ</a:t>
          </a:r>
          <a:r>
            <a:rPr lang="en-US" sz="2800" b="1" dirty="0">
              <a:latin typeface="Abadi ExtraLight" panose="020B0204020104020204" pitchFamily="34" charset="0"/>
            </a:rPr>
            <a:t>) - "What can you do?"</a:t>
          </a:r>
          <a:endParaRPr lang="en-US" sz="2800" dirty="0">
            <a:latin typeface="Abadi ExtraLight" panose="020B0204020104020204" pitchFamily="34" charset="0"/>
          </a:endParaRPr>
        </a:p>
      </dgm:t>
    </dgm:pt>
    <dgm:pt modelId="{1075B3FB-90A3-4FCC-971C-36E20B118BD7}" type="parTrans" cxnId="{215275A0-07B8-43BE-B8FF-544FA4B06A50}">
      <dgm:prSet/>
      <dgm:spPr/>
      <dgm:t>
        <a:bodyPr/>
        <a:lstStyle/>
        <a:p>
          <a:endParaRPr lang="en-US"/>
        </a:p>
      </dgm:t>
    </dgm:pt>
    <dgm:pt modelId="{2D116446-05CB-4647-B86B-D463B0AC5FD9}" type="sibTrans" cxnId="{215275A0-07B8-43BE-B8FF-544FA4B06A50}">
      <dgm:prSet/>
      <dgm:spPr/>
      <dgm:t>
        <a:bodyPr/>
        <a:lstStyle/>
        <a:p>
          <a:endParaRPr lang="en-US"/>
        </a:p>
      </dgm:t>
    </dgm:pt>
    <dgm:pt modelId="{B66D1228-AC21-456C-A2CC-72E95A2B7F05}">
      <dgm:prSet custT="1"/>
      <dgm:spPr/>
      <dgm:t>
        <a:bodyPr/>
        <a:lstStyle/>
        <a:p>
          <a:r>
            <a:rPr lang="en-US" sz="2400" dirty="0">
              <a:latin typeface="Abadi ExtraLight" panose="020B0204020104020204" pitchFamily="34" charset="0"/>
            </a:rPr>
            <a:t>Grant/deny access to resources</a:t>
          </a:r>
        </a:p>
      </dgm:t>
    </dgm:pt>
    <dgm:pt modelId="{6A81E559-D015-4A28-888A-10EB78685F2F}" type="parTrans" cxnId="{65694149-D125-4FC3-8912-3DFC47E34D7D}">
      <dgm:prSet/>
      <dgm:spPr/>
      <dgm:t>
        <a:bodyPr/>
        <a:lstStyle/>
        <a:p>
          <a:endParaRPr lang="en-US"/>
        </a:p>
      </dgm:t>
    </dgm:pt>
    <dgm:pt modelId="{BBB15EBB-8B24-48AB-BE34-089EB9821CB3}" type="sibTrans" cxnId="{65694149-D125-4FC3-8912-3DFC47E34D7D}">
      <dgm:prSet/>
      <dgm:spPr/>
      <dgm:t>
        <a:bodyPr/>
        <a:lstStyle/>
        <a:p>
          <a:endParaRPr lang="en-US"/>
        </a:p>
      </dgm:t>
    </dgm:pt>
    <dgm:pt modelId="{136E1492-F405-4955-8FF8-6A960C3D4B7E}">
      <dgm:prSet custT="1"/>
      <dgm:spPr/>
      <dgm:t>
        <a:bodyPr/>
        <a:lstStyle/>
        <a:p>
          <a:r>
            <a:rPr lang="en-US" sz="2400" dirty="0">
              <a:latin typeface="Abadi ExtraLight" panose="020B0204020104020204" pitchFamily="34" charset="0"/>
            </a:rPr>
            <a:t>RBAC, ABAC, permissions</a:t>
          </a:r>
        </a:p>
      </dgm:t>
    </dgm:pt>
    <dgm:pt modelId="{F47A7944-979E-4FEF-AF53-DFCA0B07BB71}" type="parTrans" cxnId="{68E18D53-9FCB-424A-84A4-25ED40449F4F}">
      <dgm:prSet/>
      <dgm:spPr/>
      <dgm:t>
        <a:bodyPr/>
        <a:lstStyle/>
        <a:p>
          <a:endParaRPr lang="en-US"/>
        </a:p>
      </dgm:t>
    </dgm:pt>
    <dgm:pt modelId="{FD06305A-CD52-4E66-860F-25E284CD1E91}" type="sibTrans" cxnId="{68E18D53-9FCB-424A-84A4-25ED40449F4F}">
      <dgm:prSet/>
      <dgm:spPr/>
      <dgm:t>
        <a:bodyPr/>
        <a:lstStyle/>
        <a:p>
          <a:endParaRPr lang="en-US"/>
        </a:p>
      </dgm:t>
    </dgm:pt>
    <dgm:pt modelId="{8A7312CE-B7E4-4F0F-9159-464FA1A0F134}">
      <dgm:prSet custT="1"/>
      <dgm:spPr/>
      <dgm:t>
        <a:bodyPr/>
        <a:lstStyle/>
        <a:p>
          <a:r>
            <a:rPr lang="en-US" sz="2400" dirty="0">
              <a:latin typeface="Abadi ExtraLight" panose="020B0204020104020204" pitchFamily="34" charset="0"/>
            </a:rPr>
            <a:t>Checked on every request</a:t>
          </a:r>
        </a:p>
      </dgm:t>
    </dgm:pt>
    <dgm:pt modelId="{F3A37E7D-8FDC-4A7A-8FAD-4D9775BF12D7}" type="parTrans" cxnId="{DFD795BF-67CF-446E-94D2-F9563F9BF7EB}">
      <dgm:prSet/>
      <dgm:spPr/>
      <dgm:t>
        <a:bodyPr/>
        <a:lstStyle/>
        <a:p>
          <a:endParaRPr lang="en-US"/>
        </a:p>
      </dgm:t>
    </dgm:pt>
    <dgm:pt modelId="{79E69665-6150-495F-BE8A-2C2E29F398D5}" type="sibTrans" cxnId="{DFD795BF-67CF-446E-94D2-F9563F9BF7EB}">
      <dgm:prSet/>
      <dgm:spPr/>
      <dgm:t>
        <a:bodyPr/>
        <a:lstStyle/>
        <a:p>
          <a:endParaRPr lang="en-US"/>
        </a:p>
      </dgm:t>
    </dgm:pt>
    <dgm:pt modelId="{672BF92F-9E0B-4DF6-805C-9A50D5F55DE1}" type="pres">
      <dgm:prSet presAssocID="{BBD46530-F634-4A6A-A8AD-EF7EECC490FA}" presName="linear" presStyleCnt="0">
        <dgm:presLayoutVars>
          <dgm:animLvl val="lvl"/>
          <dgm:resizeHandles val="exact"/>
        </dgm:presLayoutVars>
      </dgm:prSet>
      <dgm:spPr/>
    </dgm:pt>
    <dgm:pt modelId="{BFF0CB3B-9A6C-4DB2-9B2A-E4BC3999A0B4}" type="pres">
      <dgm:prSet presAssocID="{78F138B9-00F8-4D38-B1F8-D05DADB54D0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5C1EC11-9268-45F2-9FAE-A89416EAB1EA}" type="pres">
      <dgm:prSet presAssocID="{78F138B9-00F8-4D38-B1F8-D05DADB54D07}" presName="childText" presStyleLbl="revTx" presStyleIdx="0" presStyleCnt="2">
        <dgm:presLayoutVars>
          <dgm:bulletEnabled val="1"/>
        </dgm:presLayoutVars>
      </dgm:prSet>
      <dgm:spPr/>
    </dgm:pt>
    <dgm:pt modelId="{319E836E-637B-4A99-BE71-6466C23195FA}" type="pres">
      <dgm:prSet presAssocID="{4C5CBCD1-03FE-4D6D-8F90-293A83B27E4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243C152-F2CD-4FFA-8C8D-E2AF1344451C}" type="pres">
      <dgm:prSet presAssocID="{4C5CBCD1-03FE-4D6D-8F90-293A83B27E4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C1D0302-FC16-4B2A-B7C9-905AD11B5AC2}" type="presOf" srcId="{2DD33E8E-AECD-444F-AAAD-622EEEB09CD6}" destId="{65C1EC11-9268-45F2-9FAE-A89416EAB1EA}" srcOrd="0" destOrd="2" presId="urn:microsoft.com/office/officeart/2005/8/layout/vList2"/>
    <dgm:cxn modelId="{24212C29-D0B5-4322-9D26-CE4943F02B2B}" type="presOf" srcId="{BBD46530-F634-4A6A-A8AD-EF7EECC490FA}" destId="{672BF92F-9E0B-4DF6-805C-9A50D5F55DE1}" srcOrd="0" destOrd="0" presId="urn:microsoft.com/office/officeart/2005/8/layout/vList2"/>
    <dgm:cxn modelId="{FC4B7E2C-3328-470E-B1A0-EB94F1DE7E7D}" type="presOf" srcId="{E8499AB3-F752-4D05-9472-48360880553D}" destId="{65C1EC11-9268-45F2-9FAE-A89416EAB1EA}" srcOrd="0" destOrd="1" presId="urn:microsoft.com/office/officeart/2005/8/layout/vList2"/>
    <dgm:cxn modelId="{C74CF85C-3E8C-44CF-9390-AF7C244FA191}" srcId="{BBD46530-F634-4A6A-A8AD-EF7EECC490FA}" destId="{78F138B9-00F8-4D38-B1F8-D05DADB54D07}" srcOrd="0" destOrd="0" parTransId="{937ECCE9-9444-4629-B72E-76645A3D2FE0}" sibTransId="{61C2F5F1-84C8-42AC-AE75-E632A4C1C1E9}"/>
    <dgm:cxn modelId="{AC639762-348A-4797-BEE9-1840794E9E56}" srcId="{78F138B9-00F8-4D38-B1F8-D05DADB54D07}" destId="{E8499AB3-F752-4D05-9472-48360880553D}" srcOrd="1" destOrd="0" parTransId="{CA30B055-5821-493A-BA98-0BCED12154AD}" sibTransId="{08D5DBE9-2223-4E1C-81DC-E1700E8365A4}"/>
    <dgm:cxn modelId="{B45A5565-9F53-4243-A990-AF71CDE88151}" type="presOf" srcId="{136E1492-F405-4955-8FF8-6A960C3D4B7E}" destId="{5243C152-F2CD-4FFA-8C8D-E2AF1344451C}" srcOrd="0" destOrd="1" presId="urn:microsoft.com/office/officeart/2005/8/layout/vList2"/>
    <dgm:cxn modelId="{65694149-D125-4FC3-8912-3DFC47E34D7D}" srcId="{4C5CBCD1-03FE-4D6D-8F90-293A83B27E48}" destId="{B66D1228-AC21-456C-A2CC-72E95A2B7F05}" srcOrd="0" destOrd="0" parTransId="{6A81E559-D015-4A28-888A-10EB78685F2F}" sibTransId="{BBB15EBB-8B24-48AB-BE34-089EB9821CB3}"/>
    <dgm:cxn modelId="{68E18D53-9FCB-424A-84A4-25ED40449F4F}" srcId="{4C5CBCD1-03FE-4D6D-8F90-293A83B27E48}" destId="{136E1492-F405-4955-8FF8-6A960C3D4B7E}" srcOrd="1" destOrd="0" parTransId="{F47A7944-979E-4FEF-AF53-DFCA0B07BB71}" sibTransId="{FD06305A-CD52-4E66-860F-25E284CD1E91}"/>
    <dgm:cxn modelId="{CD6E1084-F309-4BA4-B88D-07610355CF25}" type="presOf" srcId="{B66D1228-AC21-456C-A2CC-72E95A2B7F05}" destId="{5243C152-F2CD-4FFA-8C8D-E2AF1344451C}" srcOrd="0" destOrd="0" presId="urn:microsoft.com/office/officeart/2005/8/layout/vList2"/>
    <dgm:cxn modelId="{215275A0-07B8-43BE-B8FF-544FA4B06A50}" srcId="{BBD46530-F634-4A6A-A8AD-EF7EECC490FA}" destId="{4C5CBCD1-03FE-4D6D-8F90-293A83B27E48}" srcOrd="1" destOrd="0" parTransId="{1075B3FB-90A3-4FCC-971C-36E20B118BD7}" sibTransId="{2D116446-05CB-4647-B86B-D463B0AC5FD9}"/>
    <dgm:cxn modelId="{F4464DA9-9CBB-4CAF-81D4-1CED701BEFF5}" type="presOf" srcId="{8A7312CE-B7E4-4F0F-9159-464FA1A0F134}" destId="{5243C152-F2CD-4FFA-8C8D-E2AF1344451C}" srcOrd="0" destOrd="2" presId="urn:microsoft.com/office/officeart/2005/8/layout/vList2"/>
    <dgm:cxn modelId="{C96B07AB-E310-4536-B3D4-91426660A74E}" type="presOf" srcId="{4C5CBCD1-03FE-4D6D-8F90-293A83B27E48}" destId="{319E836E-637B-4A99-BE71-6466C23195FA}" srcOrd="0" destOrd="0" presId="urn:microsoft.com/office/officeart/2005/8/layout/vList2"/>
    <dgm:cxn modelId="{DFD795BF-67CF-446E-94D2-F9563F9BF7EB}" srcId="{4C5CBCD1-03FE-4D6D-8F90-293A83B27E48}" destId="{8A7312CE-B7E4-4F0F-9159-464FA1A0F134}" srcOrd="2" destOrd="0" parTransId="{F3A37E7D-8FDC-4A7A-8FAD-4D9775BF12D7}" sibTransId="{79E69665-6150-495F-BE8A-2C2E29F398D5}"/>
    <dgm:cxn modelId="{B326A6CA-C293-433A-BD87-D5C83D7D6E8F}" srcId="{78F138B9-00F8-4D38-B1F8-D05DADB54D07}" destId="{2DD33E8E-AECD-444F-AAAD-622EEEB09CD6}" srcOrd="2" destOrd="0" parTransId="{A6B0E21A-6B9F-4A04-8084-8FAAE4DE09E6}" sibTransId="{F012D04A-8F0E-48FC-9702-68DFEC57D3F2}"/>
    <dgm:cxn modelId="{76F383CB-9CC8-4E1E-90E2-64990D4FF37F}" srcId="{78F138B9-00F8-4D38-B1F8-D05DADB54D07}" destId="{0C908379-F1E4-4C3C-B05C-5A1259A02257}" srcOrd="0" destOrd="0" parTransId="{EF2637F0-8495-42F7-9712-C5BC9C050BED}" sibTransId="{BF96FAC0-73FC-4E74-9F7E-AEC434D9303C}"/>
    <dgm:cxn modelId="{36DE52EC-1664-4350-B492-71EFC91A7C48}" type="presOf" srcId="{0C908379-F1E4-4C3C-B05C-5A1259A02257}" destId="{65C1EC11-9268-45F2-9FAE-A89416EAB1EA}" srcOrd="0" destOrd="0" presId="urn:microsoft.com/office/officeart/2005/8/layout/vList2"/>
    <dgm:cxn modelId="{900DE2F9-1C20-43D2-A483-E268696A85F1}" type="presOf" srcId="{78F138B9-00F8-4D38-B1F8-D05DADB54D07}" destId="{BFF0CB3B-9A6C-4DB2-9B2A-E4BC3999A0B4}" srcOrd="0" destOrd="0" presId="urn:microsoft.com/office/officeart/2005/8/layout/vList2"/>
    <dgm:cxn modelId="{F7174229-F7C3-4858-A4B1-E6C1C1068036}" type="presParOf" srcId="{672BF92F-9E0B-4DF6-805C-9A50D5F55DE1}" destId="{BFF0CB3B-9A6C-4DB2-9B2A-E4BC3999A0B4}" srcOrd="0" destOrd="0" presId="urn:microsoft.com/office/officeart/2005/8/layout/vList2"/>
    <dgm:cxn modelId="{8A4187A2-9022-450B-8E8D-F57E282CA76D}" type="presParOf" srcId="{672BF92F-9E0B-4DF6-805C-9A50D5F55DE1}" destId="{65C1EC11-9268-45F2-9FAE-A89416EAB1EA}" srcOrd="1" destOrd="0" presId="urn:microsoft.com/office/officeart/2005/8/layout/vList2"/>
    <dgm:cxn modelId="{815E8DE5-1178-4E13-B8E4-B35BB46A5CE2}" type="presParOf" srcId="{672BF92F-9E0B-4DF6-805C-9A50D5F55DE1}" destId="{319E836E-637B-4A99-BE71-6466C23195FA}" srcOrd="2" destOrd="0" presId="urn:microsoft.com/office/officeart/2005/8/layout/vList2"/>
    <dgm:cxn modelId="{77176853-2001-452A-B352-4E66E741D5CD}" type="presParOf" srcId="{672BF92F-9E0B-4DF6-805C-9A50D5F55DE1}" destId="{5243C152-F2CD-4FFA-8C8D-E2AF1344451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BD692FE-9816-400B-9CE3-1FE5E15EA24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E11B56-4F22-41FA-99D3-BB4DC44063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What is OAuth 2.0?</a:t>
          </a:r>
          <a:r>
            <a:rPr lang="en-US" dirty="0"/>
            <a:t> </a:t>
          </a:r>
        </a:p>
        <a:p>
          <a:pPr>
            <a:lnSpc>
              <a:spcPct val="100000"/>
            </a:lnSpc>
            <a:defRPr b="1"/>
          </a:pPr>
          <a:r>
            <a:rPr lang="en-US" dirty="0"/>
            <a:t>Industry standard for secure delegated access without sharing passwords</a:t>
          </a:r>
        </a:p>
      </dgm:t>
    </dgm:pt>
    <dgm:pt modelId="{C594507D-4AA2-4214-99C1-311CA184C895}" type="parTrans" cxnId="{D592C0C1-F662-482C-A9BF-431C510F7F8D}">
      <dgm:prSet/>
      <dgm:spPr/>
      <dgm:t>
        <a:bodyPr/>
        <a:lstStyle/>
        <a:p>
          <a:endParaRPr lang="en-US"/>
        </a:p>
      </dgm:t>
    </dgm:pt>
    <dgm:pt modelId="{98F2240B-E669-4B99-90B5-A4A9557ECAC2}" type="sibTrans" cxnId="{D592C0C1-F662-482C-A9BF-431C510F7F8D}">
      <dgm:prSet/>
      <dgm:spPr/>
      <dgm:t>
        <a:bodyPr/>
        <a:lstStyle/>
        <a:p>
          <a:endParaRPr lang="en-US"/>
        </a:p>
      </dgm:t>
    </dgm:pt>
    <dgm:pt modelId="{B01B15B3-CDF4-4760-BB74-31F6EC44010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Key Concept:</a:t>
          </a:r>
          <a:r>
            <a:rPr lang="en-US"/>
            <a:t> Client app never sees user's password</a:t>
          </a:r>
        </a:p>
      </dgm:t>
    </dgm:pt>
    <dgm:pt modelId="{3B222668-3FE5-4067-AED3-B59DADC9035C}" type="parTrans" cxnId="{385094B2-C8F0-4A92-AB1E-DEF08AF468DE}">
      <dgm:prSet/>
      <dgm:spPr/>
      <dgm:t>
        <a:bodyPr/>
        <a:lstStyle/>
        <a:p>
          <a:endParaRPr lang="en-US"/>
        </a:p>
      </dgm:t>
    </dgm:pt>
    <dgm:pt modelId="{B28F4D21-7401-4977-A393-0F7A076CB956}" type="sibTrans" cxnId="{385094B2-C8F0-4A92-AB1E-DEF08AF468DE}">
      <dgm:prSet/>
      <dgm:spPr/>
      <dgm:t>
        <a:bodyPr/>
        <a:lstStyle/>
        <a:p>
          <a:endParaRPr lang="en-US"/>
        </a:p>
      </dgm:t>
    </dgm:pt>
    <dgm:pt modelId="{320AD234-D7C5-459C-B77B-453C2C5287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Resource Owner:</a:t>
          </a:r>
          <a:r>
            <a:rPr lang="en-US"/>
            <a:t> User who owns the data</a:t>
          </a:r>
        </a:p>
      </dgm:t>
    </dgm:pt>
    <dgm:pt modelId="{5A61916A-E65C-4AF3-B919-651E6CA4D7B3}" type="parTrans" cxnId="{1D55473B-2E26-4C6D-9BC3-63C2841DCB42}">
      <dgm:prSet/>
      <dgm:spPr/>
      <dgm:t>
        <a:bodyPr/>
        <a:lstStyle/>
        <a:p>
          <a:endParaRPr lang="en-US"/>
        </a:p>
      </dgm:t>
    </dgm:pt>
    <dgm:pt modelId="{F654FBB6-8A26-478E-A5A1-8DA030C88B84}" type="sibTrans" cxnId="{1D55473B-2E26-4C6D-9BC3-63C2841DCB42}">
      <dgm:prSet/>
      <dgm:spPr/>
      <dgm:t>
        <a:bodyPr/>
        <a:lstStyle/>
        <a:p>
          <a:endParaRPr lang="en-US"/>
        </a:p>
      </dgm:t>
    </dgm:pt>
    <dgm:pt modelId="{DF2B2C99-CE94-414A-8E52-A67606C5F8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Client:</a:t>
          </a:r>
          <a:r>
            <a:rPr lang="en-US"/>
            <a:t> App requesting access (e.g., mobile app)</a:t>
          </a:r>
        </a:p>
      </dgm:t>
    </dgm:pt>
    <dgm:pt modelId="{EB6652C0-D0EC-409B-9F00-B602FEBD6659}" type="parTrans" cxnId="{120342CB-113C-4DD7-BA1C-903596709C11}">
      <dgm:prSet/>
      <dgm:spPr/>
      <dgm:t>
        <a:bodyPr/>
        <a:lstStyle/>
        <a:p>
          <a:endParaRPr lang="en-US"/>
        </a:p>
      </dgm:t>
    </dgm:pt>
    <dgm:pt modelId="{6915B8B7-7030-4541-BC71-55AEAF006F74}" type="sibTrans" cxnId="{120342CB-113C-4DD7-BA1C-903596709C11}">
      <dgm:prSet/>
      <dgm:spPr/>
      <dgm:t>
        <a:bodyPr/>
        <a:lstStyle/>
        <a:p>
          <a:endParaRPr lang="en-US"/>
        </a:p>
      </dgm:t>
    </dgm:pt>
    <dgm:pt modelId="{0A6C0670-2E64-4701-A77E-B088A47148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Authorization Server:</a:t>
          </a:r>
          <a:r>
            <a:rPr lang="en-US"/>
            <a:t> Issues tokens after user approval</a:t>
          </a:r>
        </a:p>
      </dgm:t>
    </dgm:pt>
    <dgm:pt modelId="{6FD69172-148C-489B-AD20-A55F982AE02F}" type="parTrans" cxnId="{DCD6987C-46C3-4A83-ADCC-64E43EC32F1B}">
      <dgm:prSet/>
      <dgm:spPr/>
      <dgm:t>
        <a:bodyPr/>
        <a:lstStyle/>
        <a:p>
          <a:endParaRPr lang="en-US"/>
        </a:p>
      </dgm:t>
    </dgm:pt>
    <dgm:pt modelId="{51E70C7D-53F1-4452-AC48-59F5AAA03D35}" type="sibTrans" cxnId="{DCD6987C-46C3-4A83-ADCC-64E43EC32F1B}">
      <dgm:prSet/>
      <dgm:spPr/>
      <dgm:t>
        <a:bodyPr/>
        <a:lstStyle/>
        <a:p>
          <a:endParaRPr lang="en-US"/>
        </a:p>
      </dgm:t>
    </dgm:pt>
    <dgm:pt modelId="{F38A2748-9230-4F0B-A0EE-893DAB7167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Resource Server:</a:t>
          </a:r>
          <a:r>
            <a:rPr lang="en-US"/>
            <a:t> Your microservices protecting the data</a:t>
          </a:r>
        </a:p>
      </dgm:t>
    </dgm:pt>
    <dgm:pt modelId="{12EAFC26-BA75-40B6-9279-36813920FD14}" type="parTrans" cxnId="{F3739C51-9746-4404-90CE-CEE4A42A3067}">
      <dgm:prSet/>
      <dgm:spPr/>
      <dgm:t>
        <a:bodyPr/>
        <a:lstStyle/>
        <a:p>
          <a:endParaRPr lang="en-US"/>
        </a:p>
      </dgm:t>
    </dgm:pt>
    <dgm:pt modelId="{74F8C60D-5177-47D2-9E97-60FDD75F6F07}" type="sibTrans" cxnId="{F3739C51-9746-4404-90CE-CEE4A42A3067}">
      <dgm:prSet/>
      <dgm:spPr/>
      <dgm:t>
        <a:bodyPr/>
        <a:lstStyle/>
        <a:p>
          <a:endParaRPr lang="en-US"/>
        </a:p>
      </dgm:t>
    </dgm:pt>
    <dgm:pt modelId="{E7DB8A0F-1EDA-47FE-AB02-98DA8B6E6DD6}" type="pres">
      <dgm:prSet presAssocID="{9BD692FE-9816-400B-9CE3-1FE5E15EA246}" presName="root" presStyleCnt="0">
        <dgm:presLayoutVars>
          <dgm:dir/>
          <dgm:resizeHandles val="exact"/>
        </dgm:presLayoutVars>
      </dgm:prSet>
      <dgm:spPr/>
    </dgm:pt>
    <dgm:pt modelId="{8A375429-9FCE-4AF4-AC79-3CB763C28882}" type="pres">
      <dgm:prSet presAssocID="{71E11B56-4F22-41FA-99D3-BB4DC44063B9}" presName="compNode" presStyleCnt="0"/>
      <dgm:spPr/>
    </dgm:pt>
    <dgm:pt modelId="{09D60E25-D4AA-4869-914F-6675CDD9E63D}" type="pres">
      <dgm:prSet presAssocID="{71E11B56-4F22-41FA-99D3-BB4DC44063B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A6341AF-9265-4856-A9A7-945794AC6FC2}" type="pres">
      <dgm:prSet presAssocID="{71E11B56-4F22-41FA-99D3-BB4DC44063B9}" presName="iconSpace" presStyleCnt="0"/>
      <dgm:spPr/>
    </dgm:pt>
    <dgm:pt modelId="{DED9FBA0-C277-4BE2-879A-A912CDDB9DFD}" type="pres">
      <dgm:prSet presAssocID="{71E11B56-4F22-41FA-99D3-BB4DC44063B9}" presName="parTx" presStyleLbl="revTx" presStyleIdx="0" presStyleCnt="4">
        <dgm:presLayoutVars>
          <dgm:chMax val="0"/>
          <dgm:chPref val="0"/>
        </dgm:presLayoutVars>
      </dgm:prSet>
      <dgm:spPr/>
    </dgm:pt>
    <dgm:pt modelId="{C4CCD213-A398-4CEB-BB78-55B42643EAC1}" type="pres">
      <dgm:prSet presAssocID="{71E11B56-4F22-41FA-99D3-BB4DC44063B9}" presName="txSpace" presStyleCnt="0"/>
      <dgm:spPr/>
    </dgm:pt>
    <dgm:pt modelId="{4F6CDFD5-FD96-4203-92F0-09115E5A6504}" type="pres">
      <dgm:prSet presAssocID="{71E11B56-4F22-41FA-99D3-BB4DC44063B9}" presName="desTx" presStyleLbl="revTx" presStyleIdx="1" presStyleCnt="4">
        <dgm:presLayoutVars/>
      </dgm:prSet>
      <dgm:spPr/>
    </dgm:pt>
    <dgm:pt modelId="{C5024813-640E-49D5-92BC-F61B900EA42C}" type="pres">
      <dgm:prSet presAssocID="{98F2240B-E669-4B99-90B5-A4A9557ECAC2}" presName="sibTrans" presStyleCnt="0"/>
      <dgm:spPr/>
    </dgm:pt>
    <dgm:pt modelId="{B4EEE71E-A9A6-4BB5-98B8-8D6A93AB2C02}" type="pres">
      <dgm:prSet presAssocID="{B01B15B3-CDF4-4760-BB74-31F6EC440103}" presName="compNode" presStyleCnt="0"/>
      <dgm:spPr/>
    </dgm:pt>
    <dgm:pt modelId="{6241F82D-5AD8-4472-8C9D-A6B07941D9FD}" type="pres">
      <dgm:prSet presAssocID="{B01B15B3-CDF4-4760-BB74-31F6EC44010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644FE38-4470-4CC3-8AFD-079465578D9A}" type="pres">
      <dgm:prSet presAssocID="{B01B15B3-CDF4-4760-BB74-31F6EC440103}" presName="iconSpace" presStyleCnt="0"/>
      <dgm:spPr/>
    </dgm:pt>
    <dgm:pt modelId="{2531419A-98C4-4A68-95A7-F61AC96D7FE4}" type="pres">
      <dgm:prSet presAssocID="{B01B15B3-CDF4-4760-BB74-31F6EC440103}" presName="parTx" presStyleLbl="revTx" presStyleIdx="2" presStyleCnt="4">
        <dgm:presLayoutVars>
          <dgm:chMax val="0"/>
          <dgm:chPref val="0"/>
        </dgm:presLayoutVars>
      </dgm:prSet>
      <dgm:spPr/>
    </dgm:pt>
    <dgm:pt modelId="{F40845DF-B807-4603-8B85-6DA9A27D56FF}" type="pres">
      <dgm:prSet presAssocID="{B01B15B3-CDF4-4760-BB74-31F6EC440103}" presName="txSpace" presStyleCnt="0"/>
      <dgm:spPr/>
    </dgm:pt>
    <dgm:pt modelId="{7449AE39-BCA1-4011-8AE7-E8D9DC8412ED}" type="pres">
      <dgm:prSet presAssocID="{B01B15B3-CDF4-4760-BB74-31F6EC440103}" presName="desTx" presStyleLbl="revTx" presStyleIdx="3" presStyleCnt="4">
        <dgm:presLayoutVars/>
      </dgm:prSet>
      <dgm:spPr/>
    </dgm:pt>
  </dgm:ptLst>
  <dgm:cxnLst>
    <dgm:cxn modelId="{1ECD6B0B-87AB-459F-B0D5-B50DE0987A42}" type="presOf" srcId="{B01B15B3-CDF4-4760-BB74-31F6EC440103}" destId="{2531419A-98C4-4A68-95A7-F61AC96D7FE4}" srcOrd="0" destOrd="0" presId="urn:microsoft.com/office/officeart/2018/2/layout/IconLabelDescriptionList"/>
    <dgm:cxn modelId="{1D55473B-2E26-4C6D-9BC3-63C2841DCB42}" srcId="{B01B15B3-CDF4-4760-BB74-31F6EC440103}" destId="{320AD234-D7C5-459C-B77B-453C2C528784}" srcOrd="0" destOrd="0" parTransId="{5A61916A-E65C-4AF3-B919-651E6CA4D7B3}" sibTransId="{F654FBB6-8A26-478E-A5A1-8DA030C88B84}"/>
    <dgm:cxn modelId="{7155565B-CA52-4ACE-965F-ACE07F031BB3}" type="presOf" srcId="{DF2B2C99-CE94-414A-8E52-A67606C5F897}" destId="{7449AE39-BCA1-4011-8AE7-E8D9DC8412ED}" srcOrd="0" destOrd="1" presId="urn:microsoft.com/office/officeart/2018/2/layout/IconLabelDescriptionList"/>
    <dgm:cxn modelId="{F3739C51-9746-4404-90CE-CEE4A42A3067}" srcId="{B01B15B3-CDF4-4760-BB74-31F6EC440103}" destId="{F38A2748-9230-4F0B-A0EE-893DAB716717}" srcOrd="3" destOrd="0" parTransId="{12EAFC26-BA75-40B6-9279-36813920FD14}" sibTransId="{74F8C60D-5177-47D2-9E97-60FDD75F6F07}"/>
    <dgm:cxn modelId="{DCD6987C-46C3-4A83-ADCC-64E43EC32F1B}" srcId="{B01B15B3-CDF4-4760-BB74-31F6EC440103}" destId="{0A6C0670-2E64-4701-A77E-B088A47148ED}" srcOrd="2" destOrd="0" parTransId="{6FD69172-148C-489B-AD20-A55F982AE02F}" sibTransId="{51E70C7D-53F1-4452-AC48-59F5AAA03D35}"/>
    <dgm:cxn modelId="{07F1938F-75F6-4BAB-B509-3036F1BE354B}" type="presOf" srcId="{0A6C0670-2E64-4701-A77E-B088A47148ED}" destId="{7449AE39-BCA1-4011-8AE7-E8D9DC8412ED}" srcOrd="0" destOrd="2" presId="urn:microsoft.com/office/officeart/2018/2/layout/IconLabelDescriptionList"/>
    <dgm:cxn modelId="{385094B2-C8F0-4A92-AB1E-DEF08AF468DE}" srcId="{9BD692FE-9816-400B-9CE3-1FE5E15EA246}" destId="{B01B15B3-CDF4-4760-BB74-31F6EC440103}" srcOrd="1" destOrd="0" parTransId="{3B222668-3FE5-4067-AED3-B59DADC9035C}" sibTransId="{B28F4D21-7401-4977-A393-0F7A076CB956}"/>
    <dgm:cxn modelId="{36C844B8-13E8-4B04-88F7-C9D4E8F607C9}" type="presOf" srcId="{F38A2748-9230-4F0B-A0EE-893DAB716717}" destId="{7449AE39-BCA1-4011-8AE7-E8D9DC8412ED}" srcOrd="0" destOrd="3" presId="urn:microsoft.com/office/officeart/2018/2/layout/IconLabelDescriptionList"/>
    <dgm:cxn modelId="{D592C0C1-F662-482C-A9BF-431C510F7F8D}" srcId="{9BD692FE-9816-400B-9CE3-1FE5E15EA246}" destId="{71E11B56-4F22-41FA-99D3-BB4DC44063B9}" srcOrd="0" destOrd="0" parTransId="{C594507D-4AA2-4214-99C1-311CA184C895}" sibTransId="{98F2240B-E669-4B99-90B5-A4A9557ECAC2}"/>
    <dgm:cxn modelId="{EA46EBC5-865D-4255-9AFB-4DCA33D2F9C8}" type="presOf" srcId="{320AD234-D7C5-459C-B77B-453C2C528784}" destId="{7449AE39-BCA1-4011-8AE7-E8D9DC8412ED}" srcOrd="0" destOrd="0" presId="urn:microsoft.com/office/officeart/2018/2/layout/IconLabelDescriptionList"/>
    <dgm:cxn modelId="{120342CB-113C-4DD7-BA1C-903596709C11}" srcId="{B01B15B3-CDF4-4760-BB74-31F6EC440103}" destId="{DF2B2C99-CE94-414A-8E52-A67606C5F897}" srcOrd="1" destOrd="0" parTransId="{EB6652C0-D0EC-409B-9F00-B602FEBD6659}" sibTransId="{6915B8B7-7030-4541-BC71-55AEAF006F74}"/>
    <dgm:cxn modelId="{757403D9-0595-4CD9-A912-61544EE2342F}" type="presOf" srcId="{9BD692FE-9816-400B-9CE3-1FE5E15EA246}" destId="{E7DB8A0F-1EDA-47FE-AB02-98DA8B6E6DD6}" srcOrd="0" destOrd="0" presId="urn:microsoft.com/office/officeart/2018/2/layout/IconLabelDescriptionList"/>
    <dgm:cxn modelId="{DC16D1DD-7796-430A-B6D1-CF01C21C7483}" type="presOf" srcId="{71E11B56-4F22-41FA-99D3-BB4DC44063B9}" destId="{DED9FBA0-C277-4BE2-879A-A912CDDB9DFD}" srcOrd="0" destOrd="0" presId="urn:microsoft.com/office/officeart/2018/2/layout/IconLabelDescriptionList"/>
    <dgm:cxn modelId="{7538CB29-B36C-46FD-BD11-2690DCDDA899}" type="presParOf" srcId="{E7DB8A0F-1EDA-47FE-AB02-98DA8B6E6DD6}" destId="{8A375429-9FCE-4AF4-AC79-3CB763C28882}" srcOrd="0" destOrd="0" presId="urn:microsoft.com/office/officeart/2018/2/layout/IconLabelDescriptionList"/>
    <dgm:cxn modelId="{1D5BC65A-8618-49C7-93BF-8EFEDB739F26}" type="presParOf" srcId="{8A375429-9FCE-4AF4-AC79-3CB763C28882}" destId="{09D60E25-D4AA-4869-914F-6675CDD9E63D}" srcOrd="0" destOrd="0" presId="urn:microsoft.com/office/officeart/2018/2/layout/IconLabelDescriptionList"/>
    <dgm:cxn modelId="{8DC37645-9AAD-468D-B0EE-832278D108A4}" type="presParOf" srcId="{8A375429-9FCE-4AF4-AC79-3CB763C28882}" destId="{7A6341AF-9265-4856-A9A7-945794AC6FC2}" srcOrd="1" destOrd="0" presId="urn:microsoft.com/office/officeart/2018/2/layout/IconLabelDescriptionList"/>
    <dgm:cxn modelId="{634FC6B1-3BC6-42F1-BB31-DC89F74A9B6D}" type="presParOf" srcId="{8A375429-9FCE-4AF4-AC79-3CB763C28882}" destId="{DED9FBA0-C277-4BE2-879A-A912CDDB9DFD}" srcOrd="2" destOrd="0" presId="urn:microsoft.com/office/officeart/2018/2/layout/IconLabelDescriptionList"/>
    <dgm:cxn modelId="{630C876E-94BB-4B2B-B02D-4D3746775AEB}" type="presParOf" srcId="{8A375429-9FCE-4AF4-AC79-3CB763C28882}" destId="{C4CCD213-A398-4CEB-BB78-55B42643EAC1}" srcOrd="3" destOrd="0" presId="urn:microsoft.com/office/officeart/2018/2/layout/IconLabelDescriptionList"/>
    <dgm:cxn modelId="{CAEA1367-5F93-4B8D-9B44-2A44A65A877A}" type="presParOf" srcId="{8A375429-9FCE-4AF4-AC79-3CB763C28882}" destId="{4F6CDFD5-FD96-4203-92F0-09115E5A6504}" srcOrd="4" destOrd="0" presId="urn:microsoft.com/office/officeart/2018/2/layout/IconLabelDescriptionList"/>
    <dgm:cxn modelId="{E2433DE2-5D27-4E79-8C6E-3496EC41BACF}" type="presParOf" srcId="{E7DB8A0F-1EDA-47FE-AB02-98DA8B6E6DD6}" destId="{C5024813-640E-49D5-92BC-F61B900EA42C}" srcOrd="1" destOrd="0" presId="urn:microsoft.com/office/officeart/2018/2/layout/IconLabelDescriptionList"/>
    <dgm:cxn modelId="{452D060D-631A-4C5A-8B47-9F4D98F21389}" type="presParOf" srcId="{E7DB8A0F-1EDA-47FE-AB02-98DA8B6E6DD6}" destId="{B4EEE71E-A9A6-4BB5-98B8-8D6A93AB2C02}" srcOrd="2" destOrd="0" presId="urn:microsoft.com/office/officeart/2018/2/layout/IconLabelDescriptionList"/>
    <dgm:cxn modelId="{359D571C-FB2A-479F-83CB-DF95693E5A2E}" type="presParOf" srcId="{B4EEE71E-A9A6-4BB5-98B8-8D6A93AB2C02}" destId="{6241F82D-5AD8-4472-8C9D-A6B07941D9FD}" srcOrd="0" destOrd="0" presId="urn:microsoft.com/office/officeart/2018/2/layout/IconLabelDescriptionList"/>
    <dgm:cxn modelId="{6F8F6220-73F9-4568-82AE-064BCEDC89A1}" type="presParOf" srcId="{B4EEE71E-A9A6-4BB5-98B8-8D6A93AB2C02}" destId="{A644FE38-4470-4CC3-8AFD-079465578D9A}" srcOrd="1" destOrd="0" presId="urn:microsoft.com/office/officeart/2018/2/layout/IconLabelDescriptionList"/>
    <dgm:cxn modelId="{6DE0F939-F8FC-4AA7-8DB3-CAB4F504DE7D}" type="presParOf" srcId="{B4EEE71E-A9A6-4BB5-98B8-8D6A93AB2C02}" destId="{2531419A-98C4-4A68-95A7-F61AC96D7FE4}" srcOrd="2" destOrd="0" presId="urn:microsoft.com/office/officeart/2018/2/layout/IconLabelDescriptionList"/>
    <dgm:cxn modelId="{5B496517-E0D9-4F06-8462-481DC8E0DC52}" type="presParOf" srcId="{B4EEE71E-A9A6-4BB5-98B8-8D6A93AB2C02}" destId="{F40845DF-B807-4603-8B85-6DA9A27D56FF}" srcOrd="3" destOrd="0" presId="urn:microsoft.com/office/officeart/2018/2/layout/IconLabelDescriptionList"/>
    <dgm:cxn modelId="{64B2D2FF-8C92-4958-B5DD-34B03FBA8C90}" type="presParOf" srcId="{B4EEE71E-A9A6-4BB5-98B8-8D6A93AB2C02}" destId="{7449AE39-BCA1-4011-8AE7-E8D9DC8412E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A3621525-AD13-47FC-ABB1-81A42C80814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A6D6E6-7F9C-496E-ADA5-957159BC09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Advantages</a:t>
          </a:r>
        </a:p>
      </dgm:t>
    </dgm:pt>
    <dgm:pt modelId="{AFECFACC-8D7C-46D6-933D-3B3B35AA3F99}" type="parTrans" cxnId="{8B170AF9-99DC-4EF0-B7D8-6F728746B566}">
      <dgm:prSet/>
      <dgm:spPr/>
      <dgm:t>
        <a:bodyPr/>
        <a:lstStyle/>
        <a:p>
          <a:endParaRPr lang="en-US"/>
        </a:p>
      </dgm:t>
    </dgm:pt>
    <dgm:pt modelId="{E002D160-D298-4DAE-BB4B-EC0AE34293ED}" type="sibTrans" cxnId="{8B170AF9-99DC-4EF0-B7D8-6F728746B566}">
      <dgm:prSet/>
      <dgm:spPr/>
      <dgm:t>
        <a:bodyPr/>
        <a:lstStyle/>
        <a:p>
          <a:endParaRPr lang="en-US"/>
        </a:p>
      </dgm:t>
    </dgm:pt>
    <dgm:pt modelId="{92E2E473-21B3-4414-8563-967A2BF707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Stateless (no session storage)</a:t>
          </a:r>
        </a:p>
      </dgm:t>
    </dgm:pt>
    <dgm:pt modelId="{3D0523D7-8DED-4294-BA77-038A1BC39E2E}" type="parTrans" cxnId="{666513E2-4B08-453D-AFCA-35E1D6476CC4}">
      <dgm:prSet/>
      <dgm:spPr/>
      <dgm:t>
        <a:bodyPr/>
        <a:lstStyle/>
        <a:p>
          <a:endParaRPr lang="en-US"/>
        </a:p>
      </dgm:t>
    </dgm:pt>
    <dgm:pt modelId="{C15CB715-2C18-4DD7-AC87-76686E8C432D}" type="sibTrans" cxnId="{666513E2-4B08-453D-AFCA-35E1D6476CC4}">
      <dgm:prSet/>
      <dgm:spPr/>
      <dgm:t>
        <a:bodyPr/>
        <a:lstStyle/>
        <a:p>
          <a:endParaRPr lang="en-US"/>
        </a:p>
      </dgm:t>
    </dgm:pt>
    <dgm:pt modelId="{3072731C-0B4E-4A39-93CB-FE05F1D954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Scales horizontally</a:t>
          </a:r>
        </a:p>
      </dgm:t>
    </dgm:pt>
    <dgm:pt modelId="{82AA9A07-DF01-412C-9634-2797FAA9ADD2}" type="parTrans" cxnId="{A6EF0CEE-8916-41A1-9FBF-220610F4E6FF}">
      <dgm:prSet/>
      <dgm:spPr/>
      <dgm:t>
        <a:bodyPr/>
        <a:lstStyle/>
        <a:p>
          <a:endParaRPr lang="en-US"/>
        </a:p>
      </dgm:t>
    </dgm:pt>
    <dgm:pt modelId="{2CC69AD1-13FD-4AAD-B9F5-FCD078CF0AA2}" type="sibTrans" cxnId="{A6EF0CEE-8916-41A1-9FBF-220610F4E6FF}">
      <dgm:prSet/>
      <dgm:spPr/>
      <dgm:t>
        <a:bodyPr/>
        <a:lstStyle/>
        <a:p>
          <a:endParaRPr lang="en-US"/>
        </a:p>
      </dgm:t>
    </dgm:pt>
    <dgm:pt modelId="{01243A32-849A-4A68-9B45-0F53015B0F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Cross-domain/CORS friendly</a:t>
          </a:r>
        </a:p>
      </dgm:t>
    </dgm:pt>
    <dgm:pt modelId="{F3EA734E-CCDE-49B6-B17F-8C495500F0EC}" type="parTrans" cxnId="{4214E5F5-5DAA-4DB6-8CF7-0AFDC454EA93}">
      <dgm:prSet/>
      <dgm:spPr/>
      <dgm:t>
        <a:bodyPr/>
        <a:lstStyle/>
        <a:p>
          <a:endParaRPr lang="en-US"/>
        </a:p>
      </dgm:t>
    </dgm:pt>
    <dgm:pt modelId="{6C09F5CE-EFAE-4FCB-9BF0-A752755F8E5C}" type="sibTrans" cxnId="{4214E5F5-5DAA-4DB6-8CF7-0AFDC454EA93}">
      <dgm:prSet/>
      <dgm:spPr/>
      <dgm:t>
        <a:bodyPr/>
        <a:lstStyle/>
        <a:p>
          <a:endParaRPr lang="en-US"/>
        </a:p>
      </dgm:t>
    </dgm:pt>
    <dgm:pt modelId="{36141A38-C438-4B22-94B7-9C9720D589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Mobile-friendly</a:t>
          </a:r>
        </a:p>
      </dgm:t>
    </dgm:pt>
    <dgm:pt modelId="{EB61C002-A87E-47CD-9663-9AE1D88EA35F}" type="parTrans" cxnId="{3BF42894-8645-4436-9A6C-537C4BDA42BB}">
      <dgm:prSet/>
      <dgm:spPr/>
      <dgm:t>
        <a:bodyPr/>
        <a:lstStyle/>
        <a:p>
          <a:endParaRPr lang="en-US"/>
        </a:p>
      </dgm:t>
    </dgm:pt>
    <dgm:pt modelId="{B528E80B-D7AC-4AF4-9133-B70F4BB77DB7}" type="sibTrans" cxnId="{3BF42894-8645-4436-9A6C-537C4BDA42BB}">
      <dgm:prSet/>
      <dgm:spPr/>
      <dgm:t>
        <a:bodyPr/>
        <a:lstStyle/>
        <a:p>
          <a:endParaRPr lang="en-US"/>
        </a:p>
      </dgm:t>
    </dgm:pt>
    <dgm:pt modelId="{0D1C38BF-89C6-459E-AB9D-B215FAD04E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Embedded claims (user data)</a:t>
          </a:r>
        </a:p>
      </dgm:t>
    </dgm:pt>
    <dgm:pt modelId="{2E2171D0-A07A-46AE-91FC-8445F0D7DBEC}" type="parTrans" cxnId="{E0876A74-8C80-43BC-806F-17DD508A45B4}">
      <dgm:prSet/>
      <dgm:spPr/>
      <dgm:t>
        <a:bodyPr/>
        <a:lstStyle/>
        <a:p>
          <a:endParaRPr lang="en-US"/>
        </a:p>
      </dgm:t>
    </dgm:pt>
    <dgm:pt modelId="{A234364D-7A95-4132-BE93-1B73B80D6C75}" type="sibTrans" cxnId="{E0876A74-8C80-43BC-806F-17DD508A45B4}">
      <dgm:prSet/>
      <dgm:spPr/>
      <dgm:t>
        <a:bodyPr/>
        <a:lstStyle/>
        <a:p>
          <a:endParaRPr lang="en-US"/>
        </a:p>
      </dgm:t>
    </dgm:pt>
    <dgm:pt modelId="{0B60C6F0-97A8-4EC3-A3F8-E11A089752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Disadvantages</a:t>
          </a:r>
        </a:p>
      </dgm:t>
    </dgm:pt>
    <dgm:pt modelId="{FB3F13DA-BA4F-4628-87A8-2ED644C75CB0}" type="parTrans" cxnId="{5FBDC45F-2394-4381-B54B-6911E488866D}">
      <dgm:prSet/>
      <dgm:spPr/>
      <dgm:t>
        <a:bodyPr/>
        <a:lstStyle/>
        <a:p>
          <a:endParaRPr lang="en-US"/>
        </a:p>
      </dgm:t>
    </dgm:pt>
    <dgm:pt modelId="{F4FC851D-7AB9-43AF-A04F-01F131191811}" type="sibTrans" cxnId="{5FBDC45F-2394-4381-B54B-6911E488866D}">
      <dgm:prSet/>
      <dgm:spPr/>
      <dgm:t>
        <a:bodyPr/>
        <a:lstStyle/>
        <a:p>
          <a:endParaRPr lang="en-US"/>
        </a:p>
      </dgm:t>
    </dgm:pt>
    <dgm:pt modelId="{E49D8745-0F06-44C0-AE36-CAF03B6F7C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Token revocation difficult</a:t>
          </a:r>
        </a:p>
      </dgm:t>
    </dgm:pt>
    <dgm:pt modelId="{FA087AF2-4657-4473-8ADC-5C90E17A019B}" type="parTrans" cxnId="{113DC4A3-E0E3-4921-9815-00EA3E4CF37B}">
      <dgm:prSet/>
      <dgm:spPr/>
      <dgm:t>
        <a:bodyPr/>
        <a:lstStyle/>
        <a:p>
          <a:endParaRPr lang="en-US"/>
        </a:p>
      </dgm:t>
    </dgm:pt>
    <dgm:pt modelId="{9AEB0BA3-E319-49DB-BC99-7B2A692A2374}" type="sibTrans" cxnId="{113DC4A3-E0E3-4921-9815-00EA3E4CF37B}">
      <dgm:prSet/>
      <dgm:spPr/>
      <dgm:t>
        <a:bodyPr/>
        <a:lstStyle/>
        <a:p>
          <a:endParaRPr lang="en-US"/>
        </a:p>
      </dgm:t>
    </dgm:pt>
    <dgm:pt modelId="{4BD85790-DD60-4CA5-94AC-801FF06EEA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Token size larger than session ID</a:t>
          </a:r>
        </a:p>
      </dgm:t>
    </dgm:pt>
    <dgm:pt modelId="{D1F7D6F9-DC05-4E56-9961-5A89282F592E}" type="parTrans" cxnId="{5CF2BC5A-4E85-473D-9C98-41A69145697C}">
      <dgm:prSet/>
      <dgm:spPr/>
      <dgm:t>
        <a:bodyPr/>
        <a:lstStyle/>
        <a:p>
          <a:endParaRPr lang="en-US"/>
        </a:p>
      </dgm:t>
    </dgm:pt>
    <dgm:pt modelId="{643BCB4A-76DB-4A05-8511-7EB82427E763}" type="sibTrans" cxnId="{5CF2BC5A-4E85-473D-9C98-41A69145697C}">
      <dgm:prSet/>
      <dgm:spPr/>
      <dgm:t>
        <a:bodyPr/>
        <a:lstStyle/>
        <a:p>
          <a:endParaRPr lang="en-US"/>
        </a:p>
      </dgm:t>
    </dgm:pt>
    <dgm:pt modelId="{C7DA68BE-86D8-4EFF-AF10-AE530A03F3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Cannot encrypt (only sign) by default</a:t>
          </a:r>
        </a:p>
      </dgm:t>
    </dgm:pt>
    <dgm:pt modelId="{A6BFBFF2-57A6-49A1-AF7B-FFD891CAB05B}" type="parTrans" cxnId="{4CAD4177-1A51-4324-B430-E48EC86E016E}">
      <dgm:prSet/>
      <dgm:spPr/>
      <dgm:t>
        <a:bodyPr/>
        <a:lstStyle/>
        <a:p>
          <a:endParaRPr lang="en-US"/>
        </a:p>
      </dgm:t>
    </dgm:pt>
    <dgm:pt modelId="{E4504AFA-9516-4D1E-A527-311F6F62CE65}" type="sibTrans" cxnId="{4CAD4177-1A51-4324-B430-E48EC86E016E}">
      <dgm:prSet/>
      <dgm:spPr/>
      <dgm:t>
        <a:bodyPr/>
        <a:lstStyle/>
        <a:p>
          <a:endParaRPr lang="en-US"/>
        </a:p>
      </dgm:t>
    </dgm:pt>
    <dgm:pt modelId="{76AFBA13-924B-4D38-AC3D-F7FCCFA610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Clock skew issues</a:t>
          </a:r>
        </a:p>
      </dgm:t>
    </dgm:pt>
    <dgm:pt modelId="{CF7C08C0-DCEA-4C7F-9E1F-3C84E35D324B}" type="parTrans" cxnId="{B153945A-814F-4A68-82DC-71419058B527}">
      <dgm:prSet/>
      <dgm:spPr/>
      <dgm:t>
        <a:bodyPr/>
        <a:lstStyle/>
        <a:p>
          <a:endParaRPr lang="en-US"/>
        </a:p>
      </dgm:t>
    </dgm:pt>
    <dgm:pt modelId="{5168D446-5449-49D7-BAD6-72F0FE86FE6D}" type="sibTrans" cxnId="{B153945A-814F-4A68-82DC-71419058B527}">
      <dgm:prSet/>
      <dgm:spPr/>
      <dgm:t>
        <a:bodyPr/>
        <a:lstStyle/>
        <a:p>
          <a:endParaRPr lang="en-US"/>
        </a:p>
      </dgm:t>
    </dgm:pt>
    <dgm:pt modelId="{E5788302-D80C-4862-ACE6-088AB329A7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Sensitive data exposure if not encrypted</a:t>
          </a:r>
        </a:p>
      </dgm:t>
    </dgm:pt>
    <dgm:pt modelId="{F9C0D761-F76C-4009-A6F9-508BA5FE3FC4}" type="parTrans" cxnId="{C3653755-ED21-4A76-8458-5D7D24A1FEFF}">
      <dgm:prSet/>
      <dgm:spPr/>
      <dgm:t>
        <a:bodyPr/>
        <a:lstStyle/>
        <a:p>
          <a:endParaRPr lang="en-US"/>
        </a:p>
      </dgm:t>
    </dgm:pt>
    <dgm:pt modelId="{36F17463-1014-43BD-9E61-1E7B0D9B5F87}" type="sibTrans" cxnId="{C3653755-ED21-4A76-8458-5D7D24A1FEFF}">
      <dgm:prSet/>
      <dgm:spPr/>
      <dgm:t>
        <a:bodyPr/>
        <a:lstStyle/>
        <a:p>
          <a:endParaRPr lang="en-US"/>
        </a:p>
      </dgm:t>
    </dgm:pt>
    <dgm:pt modelId="{3BE02AD9-9C96-4AD2-9FD7-42626AC1DB1E}" type="pres">
      <dgm:prSet presAssocID="{A3621525-AD13-47FC-ABB1-81A42C808142}" presName="root" presStyleCnt="0">
        <dgm:presLayoutVars>
          <dgm:dir/>
          <dgm:resizeHandles val="exact"/>
        </dgm:presLayoutVars>
      </dgm:prSet>
      <dgm:spPr/>
    </dgm:pt>
    <dgm:pt modelId="{82D0BE11-8218-4F48-B30F-65B703545DA9}" type="pres">
      <dgm:prSet presAssocID="{62A6D6E6-7F9C-496E-ADA5-957159BC093D}" presName="compNode" presStyleCnt="0"/>
      <dgm:spPr/>
    </dgm:pt>
    <dgm:pt modelId="{CF688FF1-ADE5-4748-BC1B-BD4992D23BD7}" type="pres">
      <dgm:prSet presAssocID="{62A6D6E6-7F9C-496E-ADA5-957159BC093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6577A9E-A376-4525-9C8E-CCE1FC7C9ADC}" type="pres">
      <dgm:prSet presAssocID="{62A6D6E6-7F9C-496E-ADA5-957159BC093D}" presName="iconSpace" presStyleCnt="0"/>
      <dgm:spPr/>
    </dgm:pt>
    <dgm:pt modelId="{7DCDBA29-C2E8-4720-A686-FDEE8EDA8FFD}" type="pres">
      <dgm:prSet presAssocID="{62A6D6E6-7F9C-496E-ADA5-957159BC093D}" presName="parTx" presStyleLbl="revTx" presStyleIdx="0" presStyleCnt="4">
        <dgm:presLayoutVars>
          <dgm:chMax val="0"/>
          <dgm:chPref val="0"/>
        </dgm:presLayoutVars>
      </dgm:prSet>
      <dgm:spPr/>
    </dgm:pt>
    <dgm:pt modelId="{3DB0D36B-C03B-4748-B5AA-5931E04BF088}" type="pres">
      <dgm:prSet presAssocID="{62A6D6E6-7F9C-496E-ADA5-957159BC093D}" presName="txSpace" presStyleCnt="0"/>
      <dgm:spPr/>
    </dgm:pt>
    <dgm:pt modelId="{0E691A74-D21D-4732-8DC2-55F77EAE4355}" type="pres">
      <dgm:prSet presAssocID="{62A6D6E6-7F9C-496E-ADA5-957159BC093D}" presName="desTx" presStyleLbl="revTx" presStyleIdx="1" presStyleCnt="4">
        <dgm:presLayoutVars/>
      </dgm:prSet>
      <dgm:spPr/>
    </dgm:pt>
    <dgm:pt modelId="{A0A17CF2-E0F4-4409-A0E4-C7D4BA7EBD56}" type="pres">
      <dgm:prSet presAssocID="{E002D160-D298-4DAE-BB4B-EC0AE34293ED}" presName="sibTrans" presStyleCnt="0"/>
      <dgm:spPr/>
    </dgm:pt>
    <dgm:pt modelId="{3216E35D-B607-49D2-A712-2B68A418B3CA}" type="pres">
      <dgm:prSet presAssocID="{0B60C6F0-97A8-4EC3-A3F8-E11A08975261}" presName="compNode" presStyleCnt="0"/>
      <dgm:spPr/>
    </dgm:pt>
    <dgm:pt modelId="{60822146-5BC0-493E-B0B8-8318A7F1E197}" type="pres">
      <dgm:prSet presAssocID="{0B60C6F0-97A8-4EC3-A3F8-E11A0897526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8642AA9-1F0E-4500-A191-9D88AE91213F}" type="pres">
      <dgm:prSet presAssocID="{0B60C6F0-97A8-4EC3-A3F8-E11A08975261}" presName="iconSpace" presStyleCnt="0"/>
      <dgm:spPr/>
    </dgm:pt>
    <dgm:pt modelId="{243DA1B0-38EB-41A3-9283-83291500D109}" type="pres">
      <dgm:prSet presAssocID="{0B60C6F0-97A8-4EC3-A3F8-E11A08975261}" presName="parTx" presStyleLbl="revTx" presStyleIdx="2" presStyleCnt="4">
        <dgm:presLayoutVars>
          <dgm:chMax val="0"/>
          <dgm:chPref val="0"/>
        </dgm:presLayoutVars>
      </dgm:prSet>
      <dgm:spPr/>
    </dgm:pt>
    <dgm:pt modelId="{61C00B35-4ABE-4ADA-8FDC-1C0FB44DD38D}" type="pres">
      <dgm:prSet presAssocID="{0B60C6F0-97A8-4EC3-A3F8-E11A08975261}" presName="txSpace" presStyleCnt="0"/>
      <dgm:spPr/>
    </dgm:pt>
    <dgm:pt modelId="{83CF0DB3-CBD5-414A-8D68-599B4E90FDEC}" type="pres">
      <dgm:prSet presAssocID="{0B60C6F0-97A8-4EC3-A3F8-E11A08975261}" presName="desTx" presStyleLbl="revTx" presStyleIdx="3" presStyleCnt="4">
        <dgm:presLayoutVars/>
      </dgm:prSet>
      <dgm:spPr/>
    </dgm:pt>
  </dgm:ptLst>
  <dgm:cxnLst>
    <dgm:cxn modelId="{54F0C410-4371-4F3C-A646-73DB9378B9E6}" type="presOf" srcId="{A3621525-AD13-47FC-ABB1-81A42C808142}" destId="{3BE02AD9-9C96-4AD2-9FD7-42626AC1DB1E}" srcOrd="0" destOrd="0" presId="urn:microsoft.com/office/officeart/2018/2/layout/IconLabelDescriptionList"/>
    <dgm:cxn modelId="{F9941C32-C6D6-40DD-8E9B-AED59A969A24}" type="presOf" srcId="{62A6D6E6-7F9C-496E-ADA5-957159BC093D}" destId="{7DCDBA29-C2E8-4720-A686-FDEE8EDA8FFD}" srcOrd="0" destOrd="0" presId="urn:microsoft.com/office/officeart/2018/2/layout/IconLabelDescriptionList"/>
    <dgm:cxn modelId="{5FBDC45F-2394-4381-B54B-6911E488866D}" srcId="{A3621525-AD13-47FC-ABB1-81A42C808142}" destId="{0B60C6F0-97A8-4EC3-A3F8-E11A08975261}" srcOrd="1" destOrd="0" parTransId="{FB3F13DA-BA4F-4628-87A8-2ED644C75CB0}" sibTransId="{F4FC851D-7AB9-43AF-A04F-01F131191811}"/>
    <dgm:cxn modelId="{2DC55366-B0A9-45D1-B77A-D838A8D9893A}" type="presOf" srcId="{C7DA68BE-86D8-4EFF-AF10-AE530A03F371}" destId="{83CF0DB3-CBD5-414A-8D68-599B4E90FDEC}" srcOrd="0" destOrd="2" presId="urn:microsoft.com/office/officeart/2018/2/layout/IconLabelDescriptionList"/>
    <dgm:cxn modelId="{E0876A74-8C80-43BC-806F-17DD508A45B4}" srcId="{62A6D6E6-7F9C-496E-ADA5-957159BC093D}" destId="{0D1C38BF-89C6-459E-AB9D-B215FAD04E68}" srcOrd="4" destOrd="0" parTransId="{2E2171D0-A07A-46AE-91FC-8445F0D7DBEC}" sibTransId="{A234364D-7A95-4132-BE93-1B73B80D6C75}"/>
    <dgm:cxn modelId="{C3653755-ED21-4A76-8458-5D7D24A1FEFF}" srcId="{0B60C6F0-97A8-4EC3-A3F8-E11A08975261}" destId="{E5788302-D80C-4862-ACE6-088AB329A7F4}" srcOrd="4" destOrd="0" parTransId="{F9C0D761-F76C-4009-A6F9-508BA5FE3FC4}" sibTransId="{36F17463-1014-43BD-9E61-1E7B0D9B5F87}"/>
    <dgm:cxn modelId="{4CAD4177-1A51-4324-B430-E48EC86E016E}" srcId="{0B60C6F0-97A8-4EC3-A3F8-E11A08975261}" destId="{C7DA68BE-86D8-4EFF-AF10-AE530A03F371}" srcOrd="2" destOrd="0" parTransId="{A6BFBFF2-57A6-49A1-AF7B-FFD891CAB05B}" sibTransId="{E4504AFA-9516-4D1E-A527-311F6F62CE65}"/>
    <dgm:cxn modelId="{833C4257-0D2F-4997-A054-F7CDB0EDA3E5}" type="presOf" srcId="{4BD85790-DD60-4CA5-94AC-801FF06EEA4C}" destId="{83CF0DB3-CBD5-414A-8D68-599B4E90FDEC}" srcOrd="0" destOrd="1" presId="urn:microsoft.com/office/officeart/2018/2/layout/IconLabelDescriptionList"/>
    <dgm:cxn modelId="{B153945A-814F-4A68-82DC-71419058B527}" srcId="{0B60C6F0-97A8-4EC3-A3F8-E11A08975261}" destId="{76AFBA13-924B-4D38-AC3D-F7FCCFA610AC}" srcOrd="3" destOrd="0" parTransId="{CF7C08C0-DCEA-4C7F-9E1F-3C84E35D324B}" sibTransId="{5168D446-5449-49D7-BAD6-72F0FE86FE6D}"/>
    <dgm:cxn modelId="{5CF2BC5A-4E85-473D-9C98-41A69145697C}" srcId="{0B60C6F0-97A8-4EC3-A3F8-E11A08975261}" destId="{4BD85790-DD60-4CA5-94AC-801FF06EEA4C}" srcOrd="1" destOrd="0" parTransId="{D1F7D6F9-DC05-4E56-9961-5A89282F592E}" sibTransId="{643BCB4A-76DB-4A05-8511-7EB82427E763}"/>
    <dgm:cxn modelId="{0885A389-0B57-4AEC-91E5-33D0A84B4DF2}" type="presOf" srcId="{3072731C-0B4E-4A39-93CB-FE05F1D95452}" destId="{0E691A74-D21D-4732-8DC2-55F77EAE4355}" srcOrd="0" destOrd="1" presId="urn:microsoft.com/office/officeart/2018/2/layout/IconLabelDescriptionList"/>
    <dgm:cxn modelId="{3BF42894-8645-4436-9A6C-537C4BDA42BB}" srcId="{62A6D6E6-7F9C-496E-ADA5-957159BC093D}" destId="{36141A38-C438-4B22-94B7-9C9720D5897A}" srcOrd="3" destOrd="0" parTransId="{EB61C002-A87E-47CD-9663-9AE1D88EA35F}" sibTransId="{B528E80B-D7AC-4AF4-9133-B70F4BB77DB7}"/>
    <dgm:cxn modelId="{83A81A95-A33D-4A4A-BB77-D0893B75D362}" type="presOf" srcId="{92E2E473-21B3-4414-8563-967A2BF70795}" destId="{0E691A74-D21D-4732-8DC2-55F77EAE4355}" srcOrd="0" destOrd="0" presId="urn:microsoft.com/office/officeart/2018/2/layout/IconLabelDescriptionList"/>
    <dgm:cxn modelId="{47393398-1CB5-45AC-87CE-97824EBA2407}" type="presOf" srcId="{36141A38-C438-4B22-94B7-9C9720D5897A}" destId="{0E691A74-D21D-4732-8DC2-55F77EAE4355}" srcOrd="0" destOrd="3" presId="urn:microsoft.com/office/officeart/2018/2/layout/IconLabelDescriptionList"/>
    <dgm:cxn modelId="{113DC4A3-E0E3-4921-9815-00EA3E4CF37B}" srcId="{0B60C6F0-97A8-4EC3-A3F8-E11A08975261}" destId="{E49D8745-0F06-44C0-AE36-CAF03B6F7CD7}" srcOrd="0" destOrd="0" parTransId="{FA087AF2-4657-4473-8ADC-5C90E17A019B}" sibTransId="{9AEB0BA3-E319-49DB-BC99-7B2A692A2374}"/>
    <dgm:cxn modelId="{A83616A4-E054-4F9F-9FA0-CF9ED1C4E156}" type="presOf" srcId="{0D1C38BF-89C6-459E-AB9D-B215FAD04E68}" destId="{0E691A74-D21D-4732-8DC2-55F77EAE4355}" srcOrd="0" destOrd="4" presId="urn:microsoft.com/office/officeart/2018/2/layout/IconLabelDescriptionList"/>
    <dgm:cxn modelId="{B600D6B3-CEC5-4EA3-A47F-CD98F251DF63}" type="presOf" srcId="{0B60C6F0-97A8-4EC3-A3F8-E11A08975261}" destId="{243DA1B0-38EB-41A3-9283-83291500D109}" srcOrd="0" destOrd="0" presId="urn:microsoft.com/office/officeart/2018/2/layout/IconLabelDescriptionList"/>
    <dgm:cxn modelId="{81D56DBC-19E3-49F1-BE1B-BBEB874D1C92}" type="presOf" srcId="{01243A32-849A-4A68-9B45-0F53015B0FCC}" destId="{0E691A74-D21D-4732-8DC2-55F77EAE4355}" srcOrd="0" destOrd="2" presId="urn:microsoft.com/office/officeart/2018/2/layout/IconLabelDescriptionList"/>
    <dgm:cxn modelId="{FDD3C1BC-ACF6-4857-96F5-6533F85A45CF}" type="presOf" srcId="{E49D8745-0F06-44C0-AE36-CAF03B6F7CD7}" destId="{83CF0DB3-CBD5-414A-8D68-599B4E90FDEC}" srcOrd="0" destOrd="0" presId="urn:microsoft.com/office/officeart/2018/2/layout/IconLabelDescriptionList"/>
    <dgm:cxn modelId="{666513E2-4B08-453D-AFCA-35E1D6476CC4}" srcId="{62A6D6E6-7F9C-496E-ADA5-957159BC093D}" destId="{92E2E473-21B3-4414-8563-967A2BF70795}" srcOrd="0" destOrd="0" parTransId="{3D0523D7-8DED-4294-BA77-038A1BC39E2E}" sibTransId="{C15CB715-2C18-4DD7-AC87-76686E8C432D}"/>
    <dgm:cxn modelId="{6197C6E6-86F8-4170-A64A-7ABEF643DD2D}" type="presOf" srcId="{E5788302-D80C-4862-ACE6-088AB329A7F4}" destId="{83CF0DB3-CBD5-414A-8D68-599B4E90FDEC}" srcOrd="0" destOrd="4" presId="urn:microsoft.com/office/officeart/2018/2/layout/IconLabelDescriptionList"/>
    <dgm:cxn modelId="{A6EF0CEE-8916-41A1-9FBF-220610F4E6FF}" srcId="{62A6D6E6-7F9C-496E-ADA5-957159BC093D}" destId="{3072731C-0B4E-4A39-93CB-FE05F1D95452}" srcOrd="1" destOrd="0" parTransId="{82AA9A07-DF01-412C-9634-2797FAA9ADD2}" sibTransId="{2CC69AD1-13FD-4AAD-B9F5-FCD078CF0AA2}"/>
    <dgm:cxn modelId="{7B3EE9EE-49F5-4BAE-B78B-10FE9362A755}" type="presOf" srcId="{76AFBA13-924B-4D38-AC3D-F7FCCFA610AC}" destId="{83CF0DB3-CBD5-414A-8D68-599B4E90FDEC}" srcOrd="0" destOrd="3" presId="urn:microsoft.com/office/officeart/2018/2/layout/IconLabelDescriptionList"/>
    <dgm:cxn modelId="{4214E5F5-5DAA-4DB6-8CF7-0AFDC454EA93}" srcId="{62A6D6E6-7F9C-496E-ADA5-957159BC093D}" destId="{01243A32-849A-4A68-9B45-0F53015B0FCC}" srcOrd="2" destOrd="0" parTransId="{F3EA734E-CCDE-49B6-B17F-8C495500F0EC}" sibTransId="{6C09F5CE-EFAE-4FCB-9BF0-A752755F8E5C}"/>
    <dgm:cxn modelId="{8B170AF9-99DC-4EF0-B7D8-6F728746B566}" srcId="{A3621525-AD13-47FC-ABB1-81A42C808142}" destId="{62A6D6E6-7F9C-496E-ADA5-957159BC093D}" srcOrd="0" destOrd="0" parTransId="{AFECFACC-8D7C-46D6-933D-3B3B35AA3F99}" sibTransId="{E002D160-D298-4DAE-BB4B-EC0AE34293ED}"/>
    <dgm:cxn modelId="{7B07FF81-F2F4-48B9-ABBC-EAA33070D80B}" type="presParOf" srcId="{3BE02AD9-9C96-4AD2-9FD7-42626AC1DB1E}" destId="{82D0BE11-8218-4F48-B30F-65B703545DA9}" srcOrd="0" destOrd="0" presId="urn:microsoft.com/office/officeart/2018/2/layout/IconLabelDescriptionList"/>
    <dgm:cxn modelId="{AD4F511C-AD8E-4945-A9BF-CED60870C068}" type="presParOf" srcId="{82D0BE11-8218-4F48-B30F-65B703545DA9}" destId="{CF688FF1-ADE5-4748-BC1B-BD4992D23BD7}" srcOrd="0" destOrd="0" presId="urn:microsoft.com/office/officeart/2018/2/layout/IconLabelDescriptionList"/>
    <dgm:cxn modelId="{CC7E9821-BCD4-4E4D-A4A4-B68798203DA2}" type="presParOf" srcId="{82D0BE11-8218-4F48-B30F-65B703545DA9}" destId="{46577A9E-A376-4525-9C8E-CCE1FC7C9ADC}" srcOrd="1" destOrd="0" presId="urn:microsoft.com/office/officeart/2018/2/layout/IconLabelDescriptionList"/>
    <dgm:cxn modelId="{60DCD5B1-A381-41FB-8A0F-449606864C77}" type="presParOf" srcId="{82D0BE11-8218-4F48-B30F-65B703545DA9}" destId="{7DCDBA29-C2E8-4720-A686-FDEE8EDA8FFD}" srcOrd="2" destOrd="0" presId="urn:microsoft.com/office/officeart/2018/2/layout/IconLabelDescriptionList"/>
    <dgm:cxn modelId="{188678DC-F872-4345-80D0-9814469BDC3E}" type="presParOf" srcId="{82D0BE11-8218-4F48-B30F-65B703545DA9}" destId="{3DB0D36B-C03B-4748-B5AA-5931E04BF088}" srcOrd="3" destOrd="0" presId="urn:microsoft.com/office/officeart/2018/2/layout/IconLabelDescriptionList"/>
    <dgm:cxn modelId="{0E21D2A3-C48F-40F4-B278-549680814D5F}" type="presParOf" srcId="{82D0BE11-8218-4F48-B30F-65B703545DA9}" destId="{0E691A74-D21D-4732-8DC2-55F77EAE4355}" srcOrd="4" destOrd="0" presId="urn:microsoft.com/office/officeart/2018/2/layout/IconLabelDescriptionList"/>
    <dgm:cxn modelId="{BC146886-BC3A-4552-A1E8-EC99CEBCAA75}" type="presParOf" srcId="{3BE02AD9-9C96-4AD2-9FD7-42626AC1DB1E}" destId="{A0A17CF2-E0F4-4409-A0E4-C7D4BA7EBD56}" srcOrd="1" destOrd="0" presId="urn:microsoft.com/office/officeart/2018/2/layout/IconLabelDescriptionList"/>
    <dgm:cxn modelId="{E806AB70-9EC5-4ED0-90B0-84AEACE753CF}" type="presParOf" srcId="{3BE02AD9-9C96-4AD2-9FD7-42626AC1DB1E}" destId="{3216E35D-B607-49D2-A712-2B68A418B3CA}" srcOrd="2" destOrd="0" presId="urn:microsoft.com/office/officeart/2018/2/layout/IconLabelDescriptionList"/>
    <dgm:cxn modelId="{10AE435F-A154-452C-BBB9-477051049E70}" type="presParOf" srcId="{3216E35D-B607-49D2-A712-2B68A418B3CA}" destId="{60822146-5BC0-493E-B0B8-8318A7F1E197}" srcOrd="0" destOrd="0" presId="urn:microsoft.com/office/officeart/2018/2/layout/IconLabelDescriptionList"/>
    <dgm:cxn modelId="{CA2C7F9D-01EB-4E5A-BB81-2ED06FC74FB6}" type="presParOf" srcId="{3216E35D-B607-49D2-A712-2B68A418B3CA}" destId="{78642AA9-1F0E-4500-A191-9D88AE91213F}" srcOrd="1" destOrd="0" presId="urn:microsoft.com/office/officeart/2018/2/layout/IconLabelDescriptionList"/>
    <dgm:cxn modelId="{85ADDFBF-628E-4148-AC24-E2723DA7A6F6}" type="presParOf" srcId="{3216E35D-B607-49D2-A712-2B68A418B3CA}" destId="{243DA1B0-38EB-41A3-9283-83291500D109}" srcOrd="2" destOrd="0" presId="urn:microsoft.com/office/officeart/2018/2/layout/IconLabelDescriptionList"/>
    <dgm:cxn modelId="{29A75FE6-D20A-4983-9C18-83F4A6714FEB}" type="presParOf" srcId="{3216E35D-B607-49D2-A712-2B68A418B3CA}" destId="{61C00B35-4ABE-4ADA-8FDC-1C0FB44DD38D}" srcOrd="3" destOrd="0" presId="urn:microsoft.com/office/officeart/2018/2/layout/IconLabelDescriptionList"/>
    <dgm:cxn modelId="{593ACDCE-E19F-449A-89E6-C9787998607D}" type="presParOf" srcId="{3216E35D-B607-49D2-A712-2B68A418B3CA}" destId="{83CF0DB3-CBD5-414A-8D68-599B4E90FDE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861FFDE7-C3E5-4665-ADBB-78A45CCE63E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15CD6BB-0617-4AF6-810C-3F997ECABBD3}">
      <dgm:prSet/>
      <dgm:spPr/>
      <dgm:t>
        <a:bodyPr/>
        <a:lstStyle/>
        <a:p>
          <a:r>
            <a:rPr lang="en-US" b="1" dirty="0"/>
            <a:t>What is a Microservice Certificate?</a:t>
          </a:r>
          <a:endParaRPr lang="en-US" dirty="0"/>
        </a:p>
      </dgm:t>
    </dgm:pt>
    <dgm:pt modelId="{5640EF36-C007-4E23-AFBD-AFF51A21ABCA}" type="parTrans" cxnId="{8A4B9B4F-BAAA-4C81-92A2-32C913D1B8A4}">
      <dgm:prSet/>
      <dgm:spPr/>
      <dgm:t>
        <a:bodyPr/>
        <a:lstStyle/>
        <a:p>
          <a:endParaRPr lang="en-US"/>
        </a:p>
      </dgm:t>
    </dgm:pt>
    <dgm:pt modelId="{E6452C31-AE1A-4BE0-A2D9-D3533C823130}" type="sibTrans" cxnId="{8A4B9B4F-BAAA-4C81-92A2-32C913D1B8A4}">
      <dgm:prSet/>
      <dgm:spPr/>
      <dgm:t>
        <a:bodyPr/>
        <a:lstStyle/>
        <a:p>
          <a:endParaRPr lang="en-US"/>
        </a:p>
      </dgm:t>
    </dgm:pt>
    <dgm:pt modelId="{1A597478-5E54-4421-AA5F-283A4A9C30CE}">
      <dgm:prSet/>
      <dgm:spPr/>
      <dgm:t>
        <a:bodyPr/>
        <a:lstStyle/>
        <a:p>
          <a:r>
            <a:rPr lang="en-US"/>
            <a:t>A digital (X.509) certificate used to authenticate and encrypt communication between microservices.</a:t>
          </a:r>
        </a:p>
      </dgm:t>
    </dgm:pt>
    <dgm:pt modelId="{0EF291BA-73BC-4F49-ABCA-D761DD3C21DF}" type="parTrans" cxnId="{362F017E-41DC-4915-8A7B-8F0722F67223}">
      <dgm:prSet/>
      <dgm:spPr/>
      <dgm:t>
        <a:bodyPr/>
        <a:lstStyle/>
        <a:p>
          <a:endParaRPr lang="en-US"/>
        </a:p>
      </dgm:t>
    </dgm:pt>
    <dgm:pt modelId="{2EB6D169-694E-462D-802F-0F5CF4F96F79}" type="sibTrans" cxnId="{362F017E-41DC-4915-8A7B-8F0722F67223}">
      <dgm:prSet/>
      <dgm:spPr/>
      <dgm:t>
        <a:bodyPr/>
        <a:lstStyle/>
        <a:p>
          <a:endParaRPr lang="en-US"/>
        </a:p>
      </dgm:t>
    </dgm:pt>
    <dgm:pt modelId="{CAC72714-CD83-4B5A-9F37-1E9DA174D038}">
      <dgm:prSet/>
      <dgm:spPr/>
      <dgm:t>
        <a:bodyPr/>
        <a:lstStyle/>
        <a:p>
          <a:r>
            <a:rPr lang="en-US"/>
            <a:t>Commonly implemented using Mutual TLS (mTLS)</a:t>
          </a:r>
        </a:p>
      </dgm:t>
    </dgm:pt>
    <dgm:pt modelId="{22D707E8-17C7-45AB-BA65-E21BD2D36398}" type="parTrans" cxnId="{140C6655-C5F2-4C3B-B034-2D1DC3A4CB3F}">
      <dgm:prSet/>
      <dgm:spPr/>
      <dgm:t>
        <a:bodyPr/>
        <a:lstStyle/>
        <a:p>
          <a:endParaRPr lang="en-US"/>
        </a:p>
      </dgm:t>
    </dgm:pt>
    <dgm:pt modelId="{C711C9D8-1FE0-4B78-9B61-CB0CDB3DD9EF}" type="sibTrans" cxnId="{140C6655-C5F2-4C3B-B034-2D1DC3A4CB3F}">
      <dgm:prSet/>
      <dgm:spPr/>
      <dgm:t>
        <a:bodyPr/>
        <a:lstStyle/>
        <a:p>
          <a:endParaRPr lang="en-US"/>
        </a:p>
      </dgm:t>
    </dgm:pt>
    <dgm:pt modelId="{ECB60964-6E83-4367-B207-F95024BB5576}">
      <dgm:prSet/>
      <dgm:spPr/>
      <dgm:t>
        <a:bodyPr/>
        <a:lstStyle/>
        <a:p>
          <a:r>
            <a:rPr lang="en-US" b="1"/>
            <a:t>Why It Matters</a:t>
          </a:r>
          <a:endParaRPr lang="en-US"/>
        </a:p>
      </dgm:t>
    </dgm:pt>
    <dgm:pt modelId="{7E70BE91-C0D9-4F7F-A6AC-AC65BB1F29D2}" type="parTrans" cxnId="{37EFF551-898C-4719-9ECD-4597C0322713}">
      <dgm:prSet/>
      <dgm:spPr/>
      <dgm:t>
        <a:bodyPr/>
        <a:lstStyle/>
        <a:p>
          <a:endParaRPr lang="en-US"/>
        </a:p>
      </dgm:t>
    </dgm:pt>
    <dgm:pt modelId="{1F5CAAD3-476D-4559-A814-C16D1620EF08}" type="sibTrans" cxnId="{37EFF551-898C-4719-9ECD-4597C0322713}">
      <dgm:prSet/>
      <dgm:spPr/>
      <dgm:t>
        <a:bodyPr/>
        <a:lstStyle/>
        <a:p>
          <a:endParaRPr lang="en-US"/>
        </a:p>
      </dgm:t>
    </dgm:pt>
    <dgm:pt modelId="{B105E198-6585-4DF2-9D28-AF3E1EE98C0D}">
      <dgm:prSet/>
      <dgm:spPr/>
      <dgm:t>
        <a:bodyPr/>
        <a:lstStyle/>
        <a:p>
          <a:r>
            <a:rPr lang="en-US"/>
            <a:t>🔐 Secures service-to-service traffic</a:t>
          </a:r>
        </a:p>
      </dgm:t>
    </dgm:pt>
    <dgm:pt modelId="{59BCEDC5-A9BC-4141-9042-1C84B6F9DF26}" type="parTrans" cxnId="{F48E4FDA-D37B-4B02-A847-3A2DFF6F0F24}">
      <dgm:prSet/>
      <dgm:spPr/>
      <dgm:t>
        <a:bodyPr/>
        <a:lstStyle/>
        <a:p>
          <a:endParaRPr lang="en-US"/>
        </a:p>
      </dgm:t>
    </dgm:pt>
    <dgm:pt modelId="{3F5D1979-AACF-4A14-A04C-369E3F300B0E}" type="sibTrans" cxnId="{F48E4FDA-D37B-4B02-A847-3A2DFF6F0F24}">
      <dgm:prSet/>
      <dgm:spPr/>
      <dgm:t>
        <a:bodyPr/>
        <a:lstStyle/>
        <a:p>
          <a:endParaRPr lang="en-US"/>
        </a:p>
      </dgm:t>
    </dgm:pt>
    <dgm:pt modelId="{A2DCCDCE-13EF-411B-90BD-8CA2EF34B6C9}">
      <dgm:prSet/>
      <dgm:spPr/>
      <dgm:t>
        <a:bodyPr/>
        <a:lstStyle/>
        <a:p>
          <a:r>
            <a:rPr lang="en-US"/>
            <a:t>✅ Verifies service identity (zero-trust)</a:t>
          </a:r>
        </a:p>
      </dgm:t>
    </dgm:pt>
    <dgm:pt modelId="{36189581-677A-459E-8180-9F3BBFF622BD}" type="parTrans" cxnId="{F5EDBF40-6473-4E56-807B-FF0072F61D38}">
      <dgm:prSet/>
      <dgm:spPr/>
      <dgm:t>
        <a:bodyPr/>
        <a:lstStyle/>
        <a:p>
          <a:endParaRPr lang="en-US"/>
        </a:p>
      </dgm:t>
    </dgm:pt>
    <dgm:pt modelId="{C059FD2F-BD58-435C-B991-1E1A6EDBE9D2}" type="sibTrans" cxnId="{F5EDBF40-6473-4E56-807B-FF0072F61D38}">
      <dgm:prSet/>
      <dgm:spPr/>
      <dgm:t>
        <a:bodyPr/>
        <a:lstStyle/>
        <a:p>
          <a:endParaRPr lang="en-US"/>
        </a:p>
      </dgm:t>
    </dgm:pt>
    <dgm:pt modelId="{0CCE52FB-40C7-4206-BAE6-5116B870047C}">
      <dgm:prSet/>
      <dgm:spPr/>
      <dgm:t>
        <a:bodyPr/>
        <a:lstStyle/>
        <a:p>
          <a:r>
            <a:rPr lang="en-US"/>
            <a:t>🛡️ Prevents unauthorized access &amp; data interception</a:t>
          </a:r>
        </a:p>
      </dgm:t>
    </dgm:pt>
    <dgm:pt modelId="{FF2CE1EE-A838-4DB8-9E13-AF49EADD57EA}" type="parTrans" cxnId="{E646257F-940B-4C86-8F73-C6040F226C3C}">
      <dgm:prSet/>
      <dgm:spPr/>
      <dgm:t>
        <a:bodyPr/>
        <a:lstStyle/>
        <a:p>
          <a:endParaRPr lang="en-US"/>
        </a:p>
      </dgm:t>
    </dgm:pt>
    <dgm:pt modelId="{56EE2664-B327-45B9-9204-61AD5352AB57}" type="sibTrans" cxnId="{E646257F-940B-4C86-8F73-C6040F226C3C}">
      <dgm:prSet/>
      <dgm:spPr/>
      <dgm:t>
        <a:bodyPr/>
        <a:lstStyle/>
        <a:p>
          <a:endParaRPr lang="en-US"/>
        </a:p>
      </dgm:t>
    </dgm:pt>
    <dgm:pt modelId="{96676491-B962-4C05-8966-4B078F50BCEC}">
      <dgm:prSet/>
      <dgm:spPr/>
      <dgm:t>
        <a:bodyPr/>
        <a:lstStyle/>
        <a:p>
          <a:r>
            <a:rPr lang="en-US"/>
            <a:t>📜 Supports compliance and audit requirements</a:t>
          </a:r>
        </a:p>
      </dgm:t>
    </dgm:pt>
    <dgm:pt modelId="{9146DBD3-A94C-476B-AC1F-461DAD21FD38}" type="parTrans" cxnId="{80EF24EE-BE84-4A12-895F-BC020FA270A2}">
      <dgm:prSet/>
      <dgm:spPr/>
      <dgm:t>
        <a:bodyPr/>
        <a:lstStyle/>
        <a:p>
          <a:endParaRPr lang="en-US"/>
        </a:p>
      </dgm:t>
    </dgm:pt>
    <dgm:pt modelId="{B39E98E2-D844-4615-8354-1CF06CBF7ED0}" type="sibTrans" cxnId="{80EF24EE-BE84-4A12-895F-BC020FA270A2}">
      <dgm:prSet/>
      <dgm:spPr/>
      <dgm:t>
        <a:bodyPr/>
        <a:lstStyle/>
        <a:p>
          <a:endParaRPr lang="en-US"/>
        </a:p>
      </dgm:t>
    </dgm:pt>
    <dgm:pt modelId="{D8C1141B-D4B4-4896-856A-02AC0760DE56}">
      <dgm:prSet/>
      <dgm:spPr/>
      <dgm:t>
        <a:bodyPr/>
        <a:lstStyle/>
        <a:p>
          <a:r>
            <a:rPr lang="en-US" b="1"/>
            <a:t>How It Works (mTLS)</a:t>
          </a:r>
          <a:endParaRPr lang="en-US"/>
        </a:p>
      </dgm:t>
    </dgm:pt>
    <dgm:pt modelId="{3C1C216C-56AF-429E-8B8D-9F72D5D0BD51}" type="parTrans" cxnId="{80164CE6-5F98-4E62-BCAD-C6FE457B2D16}">
      <dgm:prSet/>
      <dgm:spPr/>
      <dgm:t>
        <a:bodyPr/>
        <a:lstStyle/>
        <a:p>
          <a:endParaRPr lang="en-US"/>
        </a:p>
      </dgm:t>
    </dgm:pt>
    <dgm:pt modelId="{B5650C0B-2D0E-4D39-B034-1CCA1BF193E9}" type="sibTrans" cxnId="{80164CE6-5F98-4E62-BCAD-C6FE457B2D16}">
      <dgm:prSet/>
      <dgm:spPr/>
      <dgm:t>
        <a:bodyPr/>
        <a:lstStyle/>
        <a:p>
          <a:endParaRPr lang="en-US"/>
        </a:p>
      </dgm:t>
    </dgm:pt>
    <dgm:pt modelId="{8E810B93-61AB-4D3C-B268-88D3E3BB01AE}">
      <dgm:prSet/>
      <dgm:spPr/>
      <dgm:t>
        <a:bodyPr/>
        <a:lstStyle/>
        <a:p>
          <a:r>
            <a:rPr lang="en-US"/>
            <a:t>Each service has a </a:t>
          </a:r>
          <a:r>
            <a:rPr lang="en-US" b="1"/>
            <a:t>private key + signed certificate</a:t>
          </a:r>
          <a:endParaRPr lang="en-US"/>
        </a:p>
      </dgm:t>
    </dgm:pt>
    <dgm:pt modelId="{F5E9B416-6468-45BA-AF3D-884B8C969EAA}" type="parTrans" cxnId="{BA3C63A8-F6C5-4F67-8EC7-B1B032903B3C}">
      <dgm:prSet/>
      <dgm:spPr/>
      <dgm:t>
        <a:bodyPr/>
        <a:lstStyle/>
        <a:p>
          <a:endParaRPr lang="en-US"/>
        </a:p>
      </dgm:t>
    </dgm:pt>
    <dgm:pt modelId="{437273B2-6586-4A6C-9D81-61C406C17CDD}" type="sibTrans" cxnId="{BA3C63A8-F6C5-4F67-8EC7-B1B032903B3C}">
      <dgm:prSet/>
      <dgm:spPr/>
      <dgm:t>
        <a:bodyPr/>
        <a:lstStyle/>
        <a:p>
          <a:endParaRPr lang="en-US"/>
        </a:p>
      </dgm:t>
    </dgm:pt>
    <dgm:pt modelId="{8287FFD5-CA27-4433-813F-7285A0C703F5}">
      <dgm:prSet/>
      <dgm:spPr/>
      <dgm:t>
        <a:bodyPr/>
        <a:lstStyle/>
        <a:p>
          <a:r>
            <a:rPr lang="en-US"/>
            <a:t>Both client and server </a:t>
          </a:r>
          <a:r>
            <a:rPr lang="en-US" b="1"/>
            <a:t>verify each other</a:t>
          </a:r>
          <a:endParaRPr lang="en-US"/>
        </a:p>
      </dgm:t>
    </dgm:pt>
    <dgm:pt modelId="{2F3D11ED-563B-4D0F-854D-792DC93FC0AE}" type="parTrans" cxnId="{BDE228D8-7DAF-4A2F-8679-864FDF80A2BE}">
      <dgm:prSet/>
      <dgm:spPr/>
      <dgm:t>
        <a:bodyPr/>
        <a:lstStyle/>
        <a:p>
          <a:endParaRPr lang="en-US"/>
        </a:p>
      </dgm:t>
    </dgm:pt>
    <dgm:pt modelId="{433F0393-1BD4-4255-B25A-414336515DB5}" type="sibTrans" cxnId="{BDE228D8-7DAF-4A2F-8679-864FDF80A2BE}">
      <dgm:prSet/>
      <dgm:spPr/>
      <dgm:t>
        <a:bodyPr/>
        <a:lstStyle/>
        <a:p>
          <a:endParaRPr lang="en-US"/>
        </a:p>
      </dgm:t>
    </dgm:pt>
    <dgm:pt modelId="{5FD9E92A-FB87-428A-B7AF-0EAB45F90787}">
      <dgm:prSet/>
      <dgm:spPr/>
      <dgm:t>
        <a:bodyPr/>
        <a:lstStyle/>
        <a:p>
          <a:r>
            <a:rPr lang="en-US"/>
            <a:t>Communication is </a:t>
          </a:r>
          <a:r>
            <a:rPr lang="en-US" b="1"/>
            <a:t>encrypted and trusted</a:t>
          </a:r>
          <a:endParaRPr lang="en-US"/>
        </a:p>
      </dgm:t>
    </dgm:pt>
    <dgm:pt modelId="{E5A46328-631B-4578-B4FD-EAC0B246450C}" type="parTrans" cxnId="{9A816AD3-EFBA-4292-9A90-8BEE0E109060}">
      <dgm:prSet/>
      <dgm:spPr/>
      <dgm:t>
        <a:bodyPr/>
        <a:lstStyle/>
        <a:p>
          <a:endParaRPr lang="en-US"/>
        </a:p>
      </dgm:t>
    </dgm:pt>
    <dgm:pt modelId="{8BFE3F3D-ECD4-437B-BFBD-875AA43C4785}" type="sibTrans" cxnId="{9A816AD3-EFBA-4292-9A90-8BEE0E109060}">
      <dgm:prSet/>
      <dgm:spPr/>
      <dgm:t>
        <a:bodyPr/>
        <a:lstStyle/>
        <a:p>
          <a:endParaRPr lang="en-US"/>
        </a:p>
      </dgm:t>
    </dgm:pt>
    <dgm:pt modelId="{BF9615A8-5A38-46BE-ADD2-06212E5CD99B}">
      <dgm:prSet/>
      <dgm:spPr/>
      <dgm:t>
        <a:bodyPr/>
        <a:lstStyle/>
        <a:p>
          <a:r>
            <a:rPr lang="en-US" b="1"/>
            <a:t>Where Certificates Are Managed</a:t>
          </a:r>
          <a:endParaRPr lang="en-US"/>
        </a:p>
      </dgm:t>
    </dgm:pt>
    <dgm:pt modelId="{4C36548D-C50A-4939-AAC5-B6B7C1D65846}" type="parTrans" cxnId="{50314DE5-B2FF-406F-821F-30C3ACFA5C15}">
      <dgm:prSet/>
      <dgm:spPr/>
      <dgm:t>
        <a:bodyPr/>
        <a:lstStyle/>
        <a:p>
          <a:endParaRPr lang="en-US"/>
        </a:p>
      </dgm:t>
    </dgm:pt>
    <dgm:pt modelId="{E555CC67-0206-4826-AC37-6915EDD191C5}" type="sibTrans" cxnId="{50314DE5-B2FF-406F-821F-30C3ACFA5C15}">
      <dgm:prSet/>
      <dgm:spPr/>
      <dgm:t>
        <a:bodyPr/>
        <a:lstStyle/>
        <a:p>
          <a:endParaRPr lang="en-US"/>
        </a:p>
      </dgm:t>
    </dgm:pt>
    <dgm:pt modelId="{3A21598D-594E-4F6B-9904-CBA60DC9323E}">
      <dgm:prSet/>
      <dgm:spPr/>
      <dgm:t>
        <a:bodyPr/>
        <a:lstStyle/>
        <a:p>
          <a:r>
            <a:rPr lang="en-US" b="1"/>
            <a:t>Service Mesh</a:t>
          </a:r>
          <a:r>
            <a:rPr lang="en-US"/>
            <a:t>: Istio, Linkerd, Consul</a:t>
          </a:r>
        </a:p>
      </dgm:t>
    </dgm:pt>
    <dgm:pt modelId="{D0DE0468-3EB1-4DD1-A045-63FABB6D48BF}" type="parTrans" cxnId="{60B9A574-6175-4A32-93D0-5036993BA461}">
      <dgm:prSet/>
      <dgm:spPr/>
      <dgm:t>
        <a:bodyPr/>
        <a:lstStyle/>
        <a:p>
          <a:endParaRPr lang="en-US"/>
        </a:p>
      </dgm:t>
    </dgm:pt>
    <dgm:pt modelId="{DD5AAB7D-414B-43F8-9275-DBD475D1B0C7}" type="sibTrans" cxnId="{60B9A574-6175-4A32-93D0-5036993BA461}">
      <dgm:prSet/>
      <dgm:spPr/>
      <dgm:t>
        <a:bodyPr/>
        <a:lstStyle/>
        <a:p>
          <a:endParaRPr lang="en-US"/>
        </a:p>
      </dgm:t>
    </dgm:pt>
    <dgm:pt modelId="{803DC797-A86D-4DFC-8D05-9772297695AF}">
      <dgm:prSet/>
      <dgm:spPr/>
      <dgm:t>
        <a:bodyPr/>
        <a:lstStyle/>
        <a:p>
          <a:r>
            <a:rPr lang="en-US" b="1"/>
            <a:t>Kubernetes</a:t>
          </a:r>
          <a:r>
            <a:rPr lang="en-US"/>
            <a:t>: cert-manager, Secrets</a:t>
          </a:r>
        </a:p>
      </dgm:t>
    </dgm:pt>
    <dgm:pt modelId="{B6E3EFF1-5F83-4C43-9AC0-02D10D0BADAE}" type="parTrans" cxnId="{828D3AA3-537E-4593-837C-5F610D468236}">
      <dgm:prSet/>
      <dgm:spPr/>
      <dgm:t>
        <a:bodyPr/>
        <a:lstStyle/>
        <a:p>
          <a:endParaRPr lang="en-US"/>
        </a:p>
      </dgm:t>
    </dgm:pt>
    <dgm:pt modelId="{C038230C-F75B-4866-8175-C2B824885CB5}" type="sibTrans" cxnId="{828D3AA3-537E-4593-837C-5F610D468236}">
      <dgm:prSet/>
      <dgm:spPr/>
      <dgm:t>
        <a:bodyPr/>
        <a:lstStyle/>
        <a:p>
          <a:endParaRPr lang="en-US"/>
        </a:p>
      </dgm:t>
    </dgm:pt>
    <dgm:pt modelId="{60DAC1F7-EB52-437A-A386-20D0DBAD2023}">
      <dgm:prSet/>
      <dgm:spPr/>
      <dgm:t>
        <a:bodyPr/>
        <a:lstStyle/>
        <a:p>
          <a:r>
            <a:rPr lang="en-US" b="1"/>
            <a:t>API Gateways</a:t>
          </a:r>
          <a:r>
            <a:rPr lang="en-US"/>
            <a:t>: NGINX, Kong</a:t>
          </a:r>
        </a:p>
      </dgm:t>
    </dgm:pt>
    <dgm:pt modelId="{AC54BC5E-DB0A-45E0-9FDE-394CF25812AE}" type="parTrans" cxnId="{B0C0E803-B238-4B84-8D61-B9C5F808807D}">
      <dgm:prSet/>
      <dgm:spPr/>
      <dgm:t>
        <a:bodyPr/>
        <a:lstStyle/>
        <a:p>
          <a:endParaRPr lang="en-US"/>
        </a:p>
      </dgm:t>
    </dgm:pt>
    <dgm:pt modelId="{EECA4E48-3389-4DF2-A815-25950EBFCEB9}" type="sibTrans" cxnId="{B0C0E803-B238-4B84-8D61-B9C5F808807D}">
      <dgm:prSet/>
      <dgm:spPr/>
      <dgm:t>
        <a:bodyPr/>
        <a:lstStyle/>
        <a:p>
          <a:endParaRPr lang="en-US"/>
        </a:p>
      </dgm:t>
    </dgm:pt>
    <dgm:pt modelId="{C5531B8B-C7C0-48CC-84EF-E88F640B6E09}">
      <dgm:prSet/>
      <dgm:spPr/>
      <dgm:t>
        <a:bodyPr/>
        <a:lstStyle/>
        <a:p>
          <a:r>
            <a:rPr lang="en-US" b="1"/>
            <a:t>Cloud / PKI</a:t>
          </a:r>
          <a:r>
            <a:rPr lang="en-US"/>
            <a:t>: Private CA, Key Vaults</a:t>
          </a:r>
        </a:p>
      </dgm:t>
    </dgm:pt>
    <dgm:pt modelId="{FCE7FB7D-1D01-4778-BCC4-DB0F99A2BA86}" type="parTrans" cxnId="{0300684E-11E0-4470-9678-7E345754463B}">
      <dgm:prSet/>
      <dgm:spPr/>
      <dgm:t>
        <a:bodyPr/>
        <a:lstStyle/>
        <a:p>
          <a:endParaRPr lang="en-US"/>
        </a:p>
      </dgm:t>
    </dgm:pt>
    <dgm:pt modelId="{E1364779-00B0-407F-BFB5-863A4350D5E0}" type="sibTrans" cxnId="{0300684E-11E0-4470-9678-7E345754463B}">
      <dgm:prSet/>
      <dgm:spPr/>
      <dgm:t>
        <a:bodyPr/>
        <a:lstStyle/>
        <a:p>
          <a:endParaRPr lang="en-US"/>
        </a:p>
      </dgm:t>
    </dgm:pt>
    <dgm:pt modelId="{E32772BA-7703-46FE-83A7-E4C5E59930D8}">
      <dgm:prSet/>
      <dgm:spPr/>
      <dgm:t>
        <a:bodyPr/>
        <a:lstStyle/>
        <a:p>
          <a:r>
            <a:rPr lang="en-US" b="1"/>
            <a:t>Best Practices</a:t>
          </a:r>
          <a:endParaRPr lang="en-US"/>
        </a:p>
      </dgm:t>
    </dgm:pt>
    <dgm:pt modelId="{5E7F7DBD-0AB0-4ABE-8D91-24ECF5640F70}" type="parTrans" cxnId="{E747BA38-9DC6-414B-9EB3-40E2C8CEED29}">
      <dgm:prSet/>
      <dgm:spPr/>
      <dgm:t>
        <a:bodyPr/>
        <a:lstStyle/>
        <a:p>
          <a:endParaRPr lang="en-US"/>
        </a:p>
      </dgm:t>
    </dgm:pt>
    <dgm:pt modelId="{3B5FF676-C2B2-4098-8890-E10267F7D9FE}" type="sibTrans" cxnId="{E747BA38-9DC6-414B-9EB3-40E2C8CEED29}">
      <dgm:prSet/>
      <dgm:spPr/>
      <dgm:t>
        <a:bodyPr/>
        <a:lstStyle/>
        <a:p>
          <a:endParaRPr lang="en-US"/>
        </a:p>
      </dgm:t>
    </dgm:pt>
    <dgm:pt modelId="{56A70C77-1785-41C5-BBBF-F20668CE3448}">
      <dgm:prSet/>
      <dgm:spPr/>
      <dgm:t>
        <a:bodyPr/>
        <a:lstStyle/>
        <a:p>
          <a:r>
            <a:rPr lang="en-US"/>
            <a:t>Use </a:t>
          </a:r>
          <a:r>
            <a:rPr lang="en-US" b="1"/>
            <a:t>short-lived certificates</a:t>
          </a:r>
          <a:endParaRPr lang="en-US"/>
        </a:p>
      </dgm:t>
    </dgm:pt>
    <dgm:pt modelId="{9101A95B-5138-4B11-B56E-1C2EEE26FED2}" type="parTrans" cxnId="{4DCCE615-9E37-49D4-BAE5-0B4B5E537F4F}">
      <dgm:prSet/>
      <dgm:spPr/>
      <dgm:t>
        <a:bodyPr/>
        <a:lstStyle/>
        <a:p>
          <a:endParaRPr lang="en-US"/>
        </a:p>
      </dgm:t>
    </dgm:pt>
    <dgm:pt modelId="{293596AA-B387-427F-982F-8EA991985BEE}" type="sibTrans" cxnId="{4DCCE615-9E37-49D4-BAE5-0B4B5E537F4F}">
      <dgm:prSet/>
      <dgm:spPr/>
      <dgm:t>
        <a:bodyPr/>
        <a:lstStyle/>
        <a:p>
          <a:endParaRPr lang="en-US"/>
        </a:p>
      </dgm:t>
    </dgm:pt>
    <dgm:pt modelId="{82A9C947-B595-4620-80D8-8CF7F7DD1B4D}">
      <dgm:prSet/>
      <dgm:spPr/>
      <dgm:t>
        <a:bodyPr/>
        <a:lstStyle/>
        <a:p>
          <a:r>
            <a:rPr lang="en-US"/>
            <a:t>Enable </a:t>
          </a:r>
          <a:r>
            <a:rPr lang="en-US" b="1"/>
            <a:t>automatic rotation</a:t>
          </a:r>
          <a:endParaRPr lang="en-US"/>
        </a:p>
      </dgm:t>
    </dgm:pt>
    <dgm:pt modelId="{31940D3E-EFCA-41EF-8A6E-D0135600FA92}" type="parTrans" cxnId="{5FE62C69-7DC5-422F-A326-F2B39D1573C2}">
      <dgm:prSet/>
      <dgm:spPr/>
      <dgm:t>
        <a:bodyPr/>
        <a:lstStyle/>
        <a:p>
          <a:endParaRPr lang="en-US"/>
        </a:p>
      </dgm:t>
    </dgm:pt>
    <dgm:pt modelId="{CE098778-C229-402C-A4E3-636BACF7CF52}" type="sibTrans" cxnId="{5FE62C69-7DC5-422F-A326-F2B39D1573C2}">
      <dgm:prSet/>
      <dgm:spPr/>
      <dgm:t>
        <a:bodyPr/>
        <a:lstStyle/>
        <a:p>
          <a:endParaRPr lang="en-US"/>
        </a:p>
      </dgm:t>
    </dgm:pt>
    <dgm:pt modelId="{7F1F876A-FBE5-41D2-BC5B-86A36798DB01}">
      <dgm:prSet/>
      <dgm:spPr/>
      <dgm:t>
        <a:bodyPr/>
        <a:lstStyle/>
        <a:p>
          <a:r>
            <a:rPr lang="en-US"/>
            <a:t>Avoid hardcoding secrets</a:t>
          </a:r>
        </a:p>
      </dgm:t>
    </dgm:pt>
    <dgm:pt modelId="{DD564743-8FC7-4014-93F4-4FE38E733ADB}" type="parTrans" cxnId="{A590DC45-E0D1-4474-91E8-752BA4116A8F}">
      <dgm:prSet/>
      <dgm:spPr/>
      <dgm:t>
        <a:bodyPr/>
        <a:lstStyle/>
        <a:p>
          <a:endParaRPr lang="en-US"/>
        </a:p>
      </dgm:t>
    </dgm:pt>
    <dgm:pt modelId="{2FBC79E5-FA1D-41F8-ACE5-820062E40035}" type="sibTrans" cxnId="{A590DC45-E0D1-4474-91E8-752BA4116A8F}">
      <dgm:prSet/>
      <dgm:spPr/>
      <dgm:t>
        <a:bodyPr/>
        <a:lstStyle/>
        <a:p>
          <a:endParaRPr lang="en-US"/>
        </a:p>
      </dgm:t>
    </dgm:pt>
    <dgm:pt modelId="{8F4D877C-35AA-45CE-8079-DA1420D1DF6B}">
      <dgm:prSet/>
      <dgm:spPr/>
      <dgm:t>
        <a:bodyPr/>
        <a:lstStyle/>
        <a:p>
          <a:r>
            <a:rPr lang="en-US"/>
            <a:t>Prefer </a:t>
          </a:r>
          <a:r>
            <a:rPr lang="en-US" b="1"/>
            <a:t>service mesh–managed mTLS</a:t>
          </a:r>
          <a:endParaRPr lang="en-US"/>
        </a:p>
      </dgm:t>
    </dgm:pt>
    <dgm:pt modelId="{6C559D0E-D3D4-4C4A-8A99-A29273105C44}" type="parTrans" cxnId="{38E4851A-CD03-4140-94A9-D3C3F138E5D3}">
      <dgm:prSet/>
      <dgm:spPr/>
      <dgm:t>
        <a:bodyPr/>
        <a:lstStyle/>
        <a:p>
          <a:endParaRPr lang="en-US"/>
        </a:p>
      </dgm:t>
    </dgm:pt>
    <dgm:pt modelId="{8A453937-26B0-431D-B355-8D66B98A6171}" type="sibTrans" cxnId="{38E4851A-CD03-4140-94A9-D3C3F138E5D3}">
      <dgm:prSet/>
      <dgm:spPr/>
      <dgm:t>
        <a:bodyPr/>
        <a:lstStyle/>
        <a:p>
          <a:endParaRPr lang="en-US"/>
        </a:p>
      </dgm:t>
    </dgm:pt>
    <dgm:pt modelId="{7E27E5AB-3EC1-41F8-A3AA-7F04F16099C2}" type="pres">
      <dgm:prSet presAssocID="{861FFDE7-C3E5-4665-ADBB-78A45CCE63EF}" presName="Name0" presStyleCnt="0">
        <dgm:presLayoutVars>
          <dgm:dir/>
          <dgm:animLvl val="lvl"/>
          <dgm:resizeHandles val="exact"/>
        </dgm:presLayoutVars>
      </dgm:prSet>
      <dgm:spPr/>
    </dgm:pt>
    <dgm:pt modelId="{2E366EE8-8857-4DEA-A76F-2E9A6A082836}" type="pres">
      <dgm:prSet presAssocID="{E15CD6BB-0617-4AF6-810C-3F997ECABBD3}" presName="linNode" presStyleCnt="0"/>
      <dgm:spPr/>
    </dgm:pt>
    <dgm:pt modelId="{64E4DD88-9BBB-4C1F-A919-38A409486B82}" type="pres">
      <dgm:prSet presAssocID="{E15CD6BB-0617-4AF6-810C-3F997ECABBD3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F4719C5D-3A87-4F2B-8C54-79D0DD321879}" type="pres">
      <dgm:prSet presAssocID="{E15CD6BB-0617-4AF6-810C-3F997ECABBD3}" presName="descendantText" presStyleLbl="alignAccFollowNode1" presStyleIdx="0" presStyleCnt="5">
        <dgm:presLayoutVars>
          <dgm:bulletEnabled/>
        </dgm:presLayoutVars>
      </dgm:prSet>
      <dgm:spPr/>
    </dgm:pt>
    <dgm:pt modelId="{496F95D3-5429-48BB-803C-0E4E77AC4C53}" type="pres">
      <dgm:prSet presAssocID="{E6452C31-AE1A-4BE0-A2D9-D3533C823130}" presName="sp" presStyleCnt="0"/>
      <dgm:spPr/>
    </dgm:pt>
    <dgm:pt modelId="{63077356-3D21-406C-AE0B-DC76B7883688}" type="pres">
      <dgm:prSet presAssocID="{ECB60964-6E83-4367-B207-F95024BB5576}" presName="linNode" presStyleCnt="0"/>
      <dgm:spPr/>
    </dgm:pt>
    <dgm:pt modelId="{24797B30-7057-4246-B5C8-748997995EB6}" type="pres">
      <dgm:prSet presAssocID="{ECB60964-6E83-4367-B207-F95024BB5576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EBE9BFCE-73AB-4DD5-9EAA-B8C241A15C43}" type="pres">
      <dgm:prSet presAssocID="{ECB60964-6E83-4367-B207-F95024BB5576}" presName="descendantText" presStyleLbl="alignAccFollowNode1" presStyleIdx="1" presStyleCnt="5">
        <dgm:presLayoutVars>
          <dgm:bulletEnabled/>
        </dgm:presLayoutVars>
      </dgm:prSet>
      <dgm:spPr/>
    </dgm:pt>
    <dgm:pt modelId="{CCABFD37-7A4A-44E5-BD08-3FF274BDDFAC}" type="pres">
      <dgm:prSet presAssocID="{1F5CAAD3-476D-4559-A814-C16D1620EF08}" presName="sp" presStyleCnt="0"/>
      <dgm:spPr/>
    </dgm:pt>
    <dgm:pt modelId="{082B2BFF-32A4-4B2D-BAAC-08F8C15B0A22}" type="pres">
      <dgm:prSet presAssocID="{D8C1141B-D4B4-4896-856A-02AC0760DE56}" presName="linNode" presStyleCnt="0"/>
      <dgm:spPr/>
    </dgm:pt>
    <dgm:pt modelId="{DA986C79-7236-4762-A0C8-559C4474D9CD}" type="pres">
      <dgm:prSet presAssocID="{D8C1141B-D4B4-4896-856A-02AC0760DE56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8E0AD8FF-5F8D-4B87-899A-06AF46837612}" type="pres">
      <dgm:prSet presAssocID="{D8C1141B-D4B4-4896-856A-02AC0760DE56}" presName="descendantText" presStyleLbl="alignAccFollowNode1" presStyleIdx="2" presStyleCnt="5">
        <dgm:presLayoutVars>
          <dgm:bulletEnabled/>
        </dgm:presLayoutVars>
      </dgm:prSet>
      <dgm:spPr/>
    </dgm:pt>
    <dgm:pt modelId="{75C42B9B-9738-47D4-9286-0CDCDF9C4739}" type="pres">
      <dgm:prSet presAssocID="{B5650C0B-2D0E-4D39-B034-1CCA1BF193E9}" presName="sp" presStyleCnt="0"/>
      <dgm:spPr/>
    </dgm:pt>
    <dgm:pt modelId="{D17E1C8C-3384-4A16-8CB9-783098FE4175}" type="pres">
      <dgm:prSet presAssocID="{BF9615A8-5A38-46BE-ADD2-06212E5CD99B}" presName="linNode" presStyleCnt="0"/>
      <dgm:spPr/>
    </dgm:pt>
    <dgm:pt modelId="{ACE91F40-EA0F-47FE-8517-CE833F14E31A}" type="pres">
      <dgm:prSet presAssocID="{BF9615A8-5A38-46BE-ADD2-06212E5CD99B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89C94B65-7895-49DD-9122-33FFA04917F0}" type="pres">
      <dgm:prSet presAssocID="{BF9615A8-5A38-46BE-ADD2-06212E5CD99B}" presName="descendantText" presStyleLbl="alignAccFollowNode1" presStyleIdx="3" presStyleCnt="5">
        <dgm:presLayoutVars>
          <dgm:bulletEnabled/>
        </dgm:presLayoutVars>
      </dgm:prSet>
      <dgm:spPr/>
    </dgm:pt>
    <dgm:pt modelId="{092A9D65-B4E1-47C5-BF7C-263D046450BC}" type="pres">
      <dgm:prSet presAssocID="{E555CC67-0206-4826-AC37-6915EDD191C5}" presName="sp" presStyleCnt="0"/>
      <dgm:spPr/>
    </dgm:pt>
    <dgm:pt modelId="{88C00CD1-B994-4958-9A53-EF95115D76A4}" type="pres">
      <dgm:prSet presAssocID="{E32772BA-7703-46FE-83A7-E4C5E59930D8}" presName="linNode" presStyleCnt="0"/>
      <dgm:spPr/>
    </dgm:pt>
    <dgm:pt modelId="{DE75CE29-C8EB-4DB5-9F45-69B8DB71F6AD}" type="pres">
      <dgm:prSet presAssocID="{E32772BA-7703-46FE-83A7-E4C5E59930D8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6F2B40EA-BAE7-49D9-AADD-C6EE6D446960}" type="pres">
      <dgm:prSet presAssocID="{E32772BA-7703-46FE-83A7-E4C5E59930D8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B0C0E803-B238-4B84-8D61-B9C5F808807D}" srcId="{BF9615A8-5A38-46BE-ADD2-06212E5CD99B}" destId="{60DAC1F7-EB52-437A-A386-20D0DBAD2023}" srcOrd="2" destOrd="0" parTransId="{AC54BC5E-DB0A-45E0-9FDE-394CF25812AE}" sibTransId="{EECA4E48-3389-4DF2-A815-25950EBFCEB9}"/>
    <dgm:cxn modelId="{8F80CA14-1673-4B2E-9167-316BEA31CCCC}" type="presOf" srcId="{E32772BA-7703-46FE-83A7-E4C5E59930D8}" destId="{DE75CE29-C8EB-4DB5-9F45-69B8DB71F6AD}" srcOrd="0" destOrd="0" presId="urn:microsoft.com/office/officeart/2016/7/layout/VerticalSolidActionList"/>
    <dgm:cxn modelId="{4DCCE615-9E37-49D4-BAE5-0B4B5E537F4F}" srcId="{E32772BA-7703-46FE-83A7-E4C5E59930D8}" destId="{56A70C77-1785-41C5-BBBF-F20668CE3448}" srcOrd="0" destOrd="0" parTransId="{9101A95B-5138-4B11-B56E-1C2EEE26FED2}" sibTransId="{293596AA-B387-427F-982F-8EA991985BEE}"/>
    <dgm:cxn modelId="{38E4851A-CD03-4140-94A9-D3C3F138E5D3}" srcId="{E32772BA-7703-46FE-83A7-E4C5E59930D8}" destId="{8F4D877C-35AA-45CE-8079-DA1420D1DF6B}" srcOrd="3" destOrd="0" parTransId="{6C559D0E-D3D4-4C4A-8A99-A29273105C44}" sibTransId="{8A453937-26B0-431D-B355-8D66B98A6171}"/>
    <dgm:cxn modelId="{98FD9C20-BDBB-4F1C-8376-7CE6AF41F7DC}" type="presOf" srcId="{861FFDE7-C3E5-4665-ADBB-78A45CCE63EF}" destId="{7E27E5AB-3EC1-41F8-A3AA-7F04F16099C2}" srcOrd="0" destOrd="0" presId="urn:microsoft.com/office/officeart/2016/7/layout/VerticalSolidActionList"/>
    <dgm:cxn modelId="{A54C7224-FFAF-41AA-B194-270A0E5577D5}" type="presOf" srcId="{1A597478-5E54-4421-AA5F-283A4A9C30CE}" destId="{F4719C5D-3A87-4F2B-8C54-79D0DD321879}" srcOrd="0" destOrd="0" presId="urn:microsoft.com/office/officeart/2016/7/layout/VerticalSolidActionList"/>
    <dgm:cxn modelId="{F7D52E25-98E5-4932-972F-36D166942E11}" type="presOf" srcId="{ECB60964-6E83-4367-B207-F95024BB5576}" destId="{24797B30-7057-4246-B5C8-748997995EB6}" srcOrd="0" destOrd="0" presId="urn:microsoft.com/office/officeart/2016/7/layout/VerticalSolidActionList"/>
    <dgm:cxn modelId="{19EDF625-90A6-45BA-B559-BED923CC8CCC}" type="presOf" srcId="{7F1F876A-FBE5-41D2-BC5B-86A36798DB01}" destId="{6F2B40EA-BAE7-49D9-AADD-C6EE6D446960}" srcOrd="0" destOrd="2" presId="urn:microsoft.com/office/officeart/2016/7/layout/VerticalSolidActionList"/>
    <dgm:cxn modelId="{D58B8B27-BEB0-4900-8246-DF19EBD4D932}" type="presOf" srcId="{BF9615A8-5A38-46BE-ADD2-06212E5CD99B}" destId="{ACE91F40-EA0F-47FE-8517-CE833F14E31A}" srcOrd="0" destOrd="0" presId="urn:microsoft.com/office/officeart/2016/7/layout/VerticalSolidActionList"/>
    <dgm:cxn modelId="{65E59A2B-12CF-42D3-9F32-91BF173FA937}" type="presOf" srcId="{8F4D877C-35AA-45CE-8079-DA1420D1DF6B}" destId="{6F2B40EA-BAE7-49D9-AADD-C6EE6D446960}" srcOrd="0" destOrd="3" presId="urn:microsoft.com/office/officeart/2016/7/layout/VerticalSolidActionList"/>
    <dgm:cxn modelId="{0E2AEC32-9CC7-4DC1-8BC9-0B871713F837}" type="presOf" srcId="{5FD9E92A-FB87-428A-B7AF-0EAB45F90787}" destId="{8E0AD8FF-5F8D-4B87-899A-06AF46837612}" srcOrd="0" destOrd="2" presId="urn:microsoft.com/office/officeart/2016/7/layout/VerticalSolidActionList"/>
    <dgm:cxn modelId="{77300237-FC29-4F12-9311-4317E1FDEE4C}" type="presOf" srcId="{CAC72714-CD83-4B5A-9F37-1E9DA174D038}" destId="{F4719C5D-3A87-4F2B-8C54-79D0DD321879}" srcOrd="0" destOrd="1" presId="urn:microsoft.com/office/officeart/2016/7/layout/VerticalSolidActionList"/>
    <dgm:cxn modelId="{E747BA38-9DC6-414B-9EB3-40E2C8CEED29}" srcId="{861FFDE7-C3E5-4665-ADBB-78A45CCE63EF}" destId="{E32772BA-7703-46FE-83A7-E4C5E59930D8}" srcOrd="4" destOrd="0" parTransId="{5E7F7DBD-0AB0-4ABE-8D91-24ECF5640F70}" sibTransId="{3B5FF676-C2B2-4098-8890-E10267F7D9FE}"/>
    <dgm:cxn modelId="{F5EDBF40-6473-4E56-807B-FF0072F61D38}" srcId="{ECB60964-6E83-4367-B207-F95024BB5576}" destId="{A2DCCDCE-13EF-411B-90BD-8CA2EF34B6C9}" srcOrd="1" destOrd="0" parTransId="{36189581-677A-459E-8180-9F3BBFF622BD}" sibTransId="{C059FD2F-BD58-435C-B991-1E1A6EDBE9D2}"/>
    <dgm:cxn modelId="{D678B562-88E3-41C9-A981-AF7F8D95E1A7}" type="presOf" srcId="{96676491-B962-4C05-8966-4B078F50BCEC}" destId="{EBE9BFCE-73AB-4DD5-9EAA-B8C241A15C43}" srcOrd="0" destOrd="3" presId="urn:microsoft.com/office/officeart/2016/7/layout/VerticalSolidActionList"/>
    <dgm:cxn modelId="{F80D7343-26CB-406A-A4DF-EA4410CF65B8}" type="presOf" srcId="{A2DCCDCE-13EF-411B-90BD-8CA2EF34B6C9}" destId="{EBE9BFCE-73AB-4DD5-9EAA-B8C241A15C43}" srcOrd="0" destOrd="1" presId="urn:microsoft.com/office/officeart/2016/7/layout/VerticalSolidActionList"/>
    <dgm:cxn modelId="{A590DC45-E0D1-4474-91E8-752BA4116A8F}" srcId="{E32772BA-7703-46FE-83A7-E4C5E59930D8}" destId="{7F1F876A-FBE5-41D2-BC5B-86A36798DB01}" srcOrd="2" destOrd="0" parTransId="{DD564743-8FC7-4014-93F4-4FE38E733ADB}" sibTransId="{2FBC79E5-FA1D-41F8-ACE5-820062E40035}"/>
    <dgm:cxn modelId="{3B66C468-BDFE-46DE-A811-BC1BF915B4DD}" type="presOf" srcId="{E15CD6BB-0617-4AF6-810C-3F997ECABBD3}" destId="{64E4DD88-9BBB-4C1F-A919-38A409486B82}" srcOrd="0" destOrd="0" presId="urn:microsoft.com/office/officeart/2016/7/layout/VerticalSolidActionList"/>
    <dgm:cxn modelId="{5FE62C69-7DC5-422F-A326-F2B39D1573C2}" srcId="{E32772BA-7703-46FE-83A7-E4C5E59930D8}" destId="{82A9C947-B595-4620-80D8-8CF7F7DD1B4D}" srcOrd="1" destOrd="0" parTransId="{31940D3E-EFCA-41EF-8A6E-D0135600FA92}" sibTransId="{CE098778-C229-402C-A4E3-636BACF7CF52}"/>
    <dgm:cxn modelId="{0300684E-11E0-4470-9678-7E345754463B}" srcId="{BF9615A8-5A38-46BE-ADD2-06212E5CD99B}" destId="{C5531B8B-C7C0-48CC-84EF-E88F640B6E09}" srcOrd="3" destOrd="0" parTransId="{FCE7FB7D-1D01-4778-BCC4-DB0F99A2BA86}" sibTransId="{E1364779-00B0-407F-BFB5-863A4350D5E0}"/>
    <dgm:cxn modelId="{8A4B9B4F-BAAA-4C81-92A2-32C913D1B8A4}" srcId="{861FFDE7-C3E5-4665-ADBB-78A45CCE63EF}" destId="{E15CD6BB-0617-4AF6-810C-3F997ECABBD3}" srcOrd="0" destOrd="0" parTransId="{5640EF36-C007-4E23-AFBD-AFF51A21ABCA}" sibTransId="{E6452C31-AE1A-4BE0-A2D9-D3533C823130}"/>
    <dgm:cxn modelId="{37EFF551-898C-4719-9ECD-4597C0322713}" srcId="{861FFDE7-C3E5-4665-ADBB-78A45CCE63EF}" destId="{ECB60964-6E83-4367-B207-F95024BB5576}" srcOrd="1" destOrd="0" parTransId="{7E70BE91-C0D9-4F7F-A6AC-AC65BB1F29D2}" sibTransId="{1F5CAAD3-476D-4559-A814-C16D1620EF08}"/>
    <dgm:cxn modelId="{60B9A574-6175-4A32-93D0-5036993BA461}" srcId="{BF9615A8-5A38-46BE-ADD2-06212E5CD99B}" destId="{3A21598D-594E-4F6B-9904-CBA60DC9323E}" srcOrd="0" destOrd="0" parTransId="{D0DE0468-3EB1-4DD1-A045-63FABB6D48BF}" sibTransId="{DD5AAB7D-414B-43F8-9275-DBD475D1B0C7}"/>
    <dgm:cxn modelId="{140C6655-C5F2-4C3B-B034-2D1DC3A4CB3F}" srcId="{E15CD6BB-0617-4AF6-810C-3F997ECABBD3}" destId="{CAC72714-CD83-4B5A-9F37-1E9DA174D038}" srcOrd="1" destOrd="0" parTransId="{22D707E8-17C7-45AB-BA65-E21BD2D36398}" sibTransId="{C711C9D8-1FE0-4B78-9B61-CB0CDB3DD9EF}"/>
    <dgm:cxn modelId="{362F017E-41DC-4915-8A7B-8F0722F67223}" srcId="{E15CD6BB-0617-4AF6-810C-3F997ECABBD3}" destId="{1A597478-5E54-4421-AA5F-283A4A9C30CE}" srcOrd="0" destOrd="0" parTransId="{0EF291BA-73BC-4F49-ABCA-D761DD3C21DF}" sibTransId="{2EB6D169-694E-462D-802F-0F5CF4F96F79}"/>
    <dgm:cxn modelId="{E646257F-940B-4C86-8F73-C6040F226C3C}" srcId="{ECB60964-6E83-4367-B207-F95024BB5576}" destId="{0CCE52FB-40C7-4206-BAE6-5116B870047C}" srcOrd="2" destOrd="0" parTransId="{FF2CE1EE-A838-4DB8-9E13-AF49EADD57EA}" sibTransId="{56EE2664-B327-45B9-9204-61AD5352AB57}"/>
    <dgm:cxn modelId="{0D8A7E92-14DA-4112-8D87-5C27303D4CE2}" type="presOf" srcId="{82A9C947-B595-4620-80D8-8CF7F7DD1B4D}" destId="{6F2B40EA-BAE7-49D9-AADD-C6EE6D446960}" srcOrd="0" destOrd="1" presId="urn:microsoft.com/office/officeart/2016/7/layout/VerticalSolidActionList"/>
    <dgm:cxn modelId="{828D3AA3-537E-4593-837C-5F610D468236}" srcId="{BF9615A8-5A38-46BE-ADD2-06212E5CD99B}" destId="{803DC797-A86D-4DFC-8D05-9772297695AF}" srcOrd="1" destOrd="0" parTransId="{B6E3EFF1-5F83-4C43-9AC0-02D10D0BADAE}" sibTransId="{C038230C-F75B-4866-8175-C2B824885CB5}"/>
    <dgm:cxn modelId="{BA3C63A8-F6C5-4F67-8EC7-B1B032903B3C}" srcId="{D8C1141B-D4B4-4896-856A-02AC0760DE56}" destId="{8E810B93-61AB-4D3C-B268-88D3E3BB01AE}" srcOrd="0" destOrd="0" parTransId="{F5E9B416-6468-45BA-AF3D-884B8C969EAA}" sibTransId="{437273B2-6586-4A6C-9D81-61C406C17CDD}"/>
    <dgm:cxn modelId="{87FEB5B2-D5E7-4618-98E6-31BD2C724172}" type="presOf" srcId="{3A21598D-594E-4F6B-9904-CBA60DC9323E}" destId="{89C94B65-7895-49DD-9122-33FFA04917F0}" srcOrd="0" destOrd="0" presId="urn:microsoft.com/office/officeart/2016/7/layout/VerticalSolidActionList"/>
    <dgm:cxn modelId="{AB6E76C1-1749-42BD-825A-9F84391EE90C}" type="presOf" srcId="{D8C1141B-D4B4-4896-856A-02AC0760DE56}" destId="{DA986C79-7236-4762-A0C8-559C4474D9CD}" srcOrd="0" destOrd="0" presId="urn:microsoft.com/office/officeart/2016/7/layout/VerticalSolidActionList"/>
    <dgm:cxn modelId="{9A816AD3-EFBA-4292-9A90-8BEE0E109060}" srcId="{D8C1141B-D4B4-4896-856A-02AC0760DE56}" destId="{5FD9E92A-FB87-428A-B7AF-0EAB45F90787}" srcOrd="2" destOrd="0" parTransId="{E5A46328-631B-4578-B4FD-EAC0B246450C}" sibTransId="{8BFE3F3D-ECD4-437B-BFBD-875AA43C4785}"/>
    <dgm:cxn modelId="{14465AD5-3C90-489C-A5B4-861E6C06C606}" type="presOf" srcId="{C5531B8B-C7C0-48CC-84EF-E88F640B6E09}" destId="{89C94B65-7895-49DD-9122-33FFA04917F0}" srcOrd="0" destOrd="3" presId="urn:microsoft.com/office/officeart/2016/7/layout/VerticalSolidActionList"/>
    <dgm:cxn modelId="{BDE228D8-7DAF-4A2F-8679-864FDF80A2BE}" srcId="{D8C1141B-D4B4-4896-856A-02AC0760DE56}" destId="{8287FFD5-CA27-4433-813F-7285A0C703F5}" srcOrd="1" destOrd="0" parTransId="{2F3D11ED-563B-4D0F-854D-792DC93FC0AE}" sibTransId="{433F0393-1BD4-4255-B25A-414336515DB5}"/>
    <dgm:cxn modelId="{F48E4FDA-D37B-4B02-A847-3A2DFF6F0F24}" srcId="{ECB60964-6E83-4367-B207-F95024BB5576}" destId="{B105E198-6585-4DF2-9D28-AF3E1EE98C0D}" srcOrd="0" destOrd="0" parTransId="{59BCEDC5-A9BC-4141-9042-1C84B6F9DF26}" sibTransId="{3F5D1979-AACF-4A14-A04C-369E3F300B0E}"/>
    <dgm:cxn modelId="{F2897EE3-91C4-4979-B96A-D8A0990F3B28}" type="presOf" srcId="{56A70C77-1785-41C5-BBBF-F20668CE3448}" destId="{6F2B40EA-BAE7-49D9-AADD-C6EE6D446960}" srcOrd="0" destOrd="0" presId="urn:microsoft.com/office/officeart/2016/7/layout/VerticalSolidActionList"/>
    <dgm:cxn modelId="{50314DE5-B2FF-406F-821F-30C3ACFA5C15}" srcId="{861FFDE7-C3E5-4665-ADBB-78A45CCE63EF}" destId="{BF9615A8-5A38-46BE-ADD2-06212E5CD99B}" srcOrd="3" destOrd="0" parTransId="{4C36548D-C50A-4939-AAC5-B6B7C1D65846}" sibTransId="{E555CC67-0206-4826-AC37-6915EDD191C5}"/>
    <dgm:cxn modelId="{80164CE6-5F98-4E62-BCAD-C6FE457B2D16}" srcId="{861FFDE7-C3E5-4665-ADBB-78A45CCE63EF}" destId="{D8C1141B-D4B4-4896-856A-02AC0760DE56}" srcOrd="2" destOrd="0" parTransId="{3C1C216C-56AF-429E-8B8D-9F72D5D0BD51}" sibTransId="{B5650C0B-2D0E-4D39-B034-1CCA1BF193E9}"/>
    <dgm:cxn modelId="{D57D7FE8-03CB-4E86-B3D2-0144B4E91AB1}" type="presOf" srcId="{8E810B93-61AB-4D3C-B268-88D3E3BB01AE}" destId="{8E0AD8FF-5F8D-4B87-899A-06AF46837612}" srcOrd="0" destOrd="0" presId="urn:microsoft.com/office/officeart/2016/7/layout/VerticalSolidActionList"/>
    <dgm:cxn modelId="{80EF24EE-BE84-4A12-895F-BC020FA270A2}" srcId="{ECB60964-6E83-4367-B207-F95024BB5576}" destId="{96676491-B962-4C05-8966-4B078F50BCEC}" srcOrd="3" destOrd="0" parTransId="{9146DBD3-A94C-476B-AC1F-461DAD21FD38}" sibTransId="{B39E98E2-D844-4615-8354-1CF06CBF7ED0}"/>
    <dgm:cxn modelId="{2097A9EE-0539-4438-A910-FD5832C699F3}" type="presOf" srcId="{60DAC1F7-EB52-437A-A386-20D0DBAD2023}" destId="{89C94B65-7895-49DD-9122-33FFA04917F0}" srcOrd="0" destOrd="2" presId="urn:microsoft.com/office/officeart/2016/7/layout/VerticalSolidActionList"/>
    <dgm:cxn modelId="{76894CEF-53C6-42B5-A425-2A8CB6F1E0F9}" type="presOf" srcId="{803DC797-A86D-4DFC-8D05-9772297695AF}" destId="{89C94B65-7895-49DD-9122-33FFA04917F0}" srcOrd="0" destOrd="1" presId="urn:microsoft.com/office/officeart/2016/7/layout/VerticalSolidActionList"/>
    <dgm:cxn modelId="{110DA6F6-B37A-4B80-820E-DFB3580D3D83}" type="presOf" srcId="{8287FFD5-CA27-4433-813F-7285A0C703F5}" destId="{8E0AD8FF-5F8D-4B87-899A-06AF46837612}" srcOrd="0" destOrd="1" presId="urn:microsoft.com/office/officeart/2016/7/layout/VerticalSolidActionList"/>
    <dgm:cxn modelId="{4549DEFA-DEBF-4578-976F-A4EC6F072361}" type="presOf" srcId="{0CCE52FB-40C7-4206-BAE6-5116B870047C}" destId="{EBE9BFCE-73AB-4DD5-9EAA-B8C241A15C43}" srcOrd="0" destOrd="2" presId="urn:microsoft.com/office/officeart/2016/7/layout/VerticalSolidActionList"/>
    <dgm:cxn modelId="{CC48FFFE-CDF8-49B3-9871-63AEC8534770}" type="presOf" srcId="{B105E198-6585-4DF2-9D28-AF3E1EE98C0D}" destId="{EBE9BFCE-73AB-4DD5-9EAA-B8C241A15C43}" srcOrd="0" destOrd="0" presId="urn:microsoft.com/office/officeart/2016/7/layout/VerticalSolidActionList"/>
    <dgm:cxn modelId="{64054846-BC3A-46A0-A675-97DB5BF4D2BF}" type="presParOf" srcId="{7E27E5AB-3EC1-41F8-A3AA-7F04F16099C2}" destId="{2E366EE8-8857-4DEA-A76F-2E9A6A082836}" srcOrd="0" destOrd="0" presId="urn:microsoft.com/office/officeart/2016/7/layout/VerticalSolidActionList"/>
    <dgm:cxn modelId="{8CE904C8-371B-46CE-9772-22268629C100}" type="presParOf" srcId="{2E366EE8-8857-4DEA-A76F-2E9A6A082836}" destId="{64E4DD88-9BBB-4C1F-A919-38A409486B82}" srcOrd="0" destOrd="0" presId="urn:microsoft.com/office/officeart/2016/7/layout/VerticalSolidActionList"/>
    <dgm:cxn modelId="{FAAEE292-35A7-48A6-BC3A-A29AE9DAC064}" type="presParOf" srcId="{2E366EE8-8857-4DEA-A76F-2E9A6A082836}" destId="{F4719C5D-3A87-4F2B-8C54-79D0DD321879}" srcOrd="1" destOrd="0" presId="urn:microsoft.com/office/officeart/2016/7/layout/VerticalSolidActionList"/>
    <dgm:cxn modelId="{7F39070B-8C6E-4EE0-80C8-89A69A0AA797}" type="presParOf" srcId="{7E27E5AB-3EC1-41F8-A3AA-7F04F16099C2}" destId="{496F95D3-5429-48BB-803C-0E4E77AC4C53}" srcOrd="1" destOrd="0" presId="urn:microsoft.com/office/officeart/2016/7/layout/VerticalSolidActionList"/>
    <dgm:cxn modelId="{528EFFC1-0FF5-4C6F-98C8-CA00F42A9C9D}" type="presParOf" srcId="{7E27E5AB-3EC1-41F8-A3AA-7F04F16099C2}" destId="{63077356-3D21-406C-AE0B-DC76B7883688}" srcOrd="2" destOrd="0" presId="urn:microsoft.com/office/officeart/2016/7/layout/VerticalSolidActionList"/>
    <dgm:cxn modelId="{5A252FAB-FD38-45EC-A007-41EE49579698}" type="presParOf" srcId="{63077356-3D21-406C-AE0B-DC76B7883688}" destId="{24797B30-7057-4246-B5C8-748997995EB6}" srcOrd="0" destOrd="0" presId="urn:microsoft.com/office/officeart/2016/7/layout/VerticalSolidActionList"/>
    <dgm:cxn modelId="{F68C380F-18F2-45F9-9BD2-C1870BE3C149}" type="presParOf" srcId="{63077356-3D21-406C-AE0B-DC76B7883688}" destId="{EBE9BFCE-73AB-4DD5-9EAA-B8C241A15C43}" srcOrd="1" destOrd="0" presId="urn:microsoft.com/office/officeart/2016/7/layout/VerticalSolidActionList"/>
    <dgm:cxn modelId="{750C4E07-6725-4E4C-84A1-2A958D2ADBF4}" type="presParOf" srcId="{7E27E5AB-3EC1-41F8-A3AA-7F04F16099C2}" destId="{CCABFD37-7A4A-44E5-BD08-3FF274BDDFAC}" srcOrd="3" destOrd="0" presId="urn:microsoft.com/office/officeart/2016/7/layout/VerticalSolidActionList"/>
    <dgm:cxn modelId="{DAA1704A-A33C-43FC-9701-8BF6972710C3}" type="presParOf" srcId="{7E27E5AB-3EC1-41F8-A3AA-7F04F16099C2}" destId="{082B2BFF-32A4-4B2D-BAAC-08F8C15B0A22}" srcOrd="4" destOrd="0" presId="urn:microsoft.com/office/officeart/2016/7/layout/VerticalSolidActionList"/>
    <dgm:cxn modelId="{FFFC3FA1-C1FC-4CBE-9F72-A311DF0A8456}" type="presParOf" srcId="{082B2BFF-32A4-4B2D-BAAC-08F8C15B0A22}" destId="{DA986C79-7236-4762-A0C8-559C4474D9CD}" srcOrd="0" destOrd="0" presId="urn:microsoft.com/office/officeart/2016/7/layout/VerticalSolidActionList"/>
    <dgm:cxn modelId="{FD45D34B-E692-4EE6-8F8E-717AF97A6BF0}" type="presParOf" srcId="{082B2BFF-32A4-4B2D-BAAC-08F8C15B0A22}" destId="{8E0AD8FF-5F8D-4B87-899A-06AF46837612}" srcOrd="1" destOrd="0" presId="urn:microsoft.com/office/officeart/2016/7/layout/VerticalSolidActionList"/>
    <dgm:cxn modelId="{B0F883BE-3994-492A-8179-83279070DA4E}" type="presParOf" srcId="{7E27E5AB-3EC1-41F8-A3AA-7F04F16099C2}" destId="{75C42B9B-9738-47D4-9286-0CDCDF9C4739}" srcOrd="5" destOrd="0" presId="urn:microsoft.com/office/officeart/2016/7/layout/VerticalSolidActionList"/>
    <dgm:cxn modelId="{07B5C78B-73D8-4A90-A89B-3FACA48558FB}" type="presParOf" srcId="{7E27E5AB-3EC1-41F8-A3AA-7F04F16099C2}" destId="{D17E1C8C-3384-4A16-8CB9-783098FE4175}" srcOrd="6" destOrd="0" presId="urn:microsoft.com/office/officeart/2016/7/layout/VerticalSolidActionList"/>
    <dgm:cxn modelId="{AFDCF5CB-9AB6-486B-B356-AF89A1D08F19}" type="presParOf" srcId="{D17E1C8C-3384-4A16-8CB9-783098FE4175}" destId="{ACE91F40-EA0F-47FE-8517-CE833F14E31A}" srcOrd="0" destOrd="0" presId="urn:microsoft.com/office/officeart/2016/7/layout/VerticalSolidActionList"/>
    <dgm:cxn modelId="{9A1EAB77-F314-40A9-9666-786E9DF6B8B0}" type="presParOf" srcId="{D17E1C8C-3384-4A16-8CB9-783098FE4175}" destId="{89C94B65-7895-49DD-9122-33FFA04917F0}" srcOrd="1" destOrd="0" presId="urn:microsoft.com/office/officeart/2016/7/layout/VerticalSolidActionList"/>
    <dgm:cxn modelId="{72ED3DCC-81B4-46E2-A45B-4F1D3D83BD85}" type="presParOf" srcId="{7E27E5AB-3EC1-41F8-A3AA-7F04F16099C2}" destId="{092A9D65-B4E1-47C5-BF7C-263D046450BC}" srcOrd="7" destOrd="0" presId="urn:microsoft.com/office/officeart/2016/7/layout/VerticalSolidActionList"/>
    <dgm:cxn modelId="{082DCC0B-4372-4421-B2C2-A12DE19B09C3}" type="presParOf" srcId="{7E27E5AB-3EC1-41F8-A3AA-7F04F16099C2}" destId="{88C00CD1-B994-4958-9A53-EF95115D76A4}" srcOrd="8" destOrd="0" presId="urn:microsoft.com/office/officeart/2016/7/layout/VerticalSolidActionList"/>
    <dgm:cxn modelId="{770BD34B-B688-4428-881D-C78F8337EFC8}" type="presParOf" srcId="{88C00CD1-B994-4958-9A53-EF95115D76A4}" destId="{DE75CE29-C8EB-4DB5-9F45-69B8DB71F6AD}" srcOrd="0" destOrd="0" presId="urn:microsoft.com/office/officeart/2016/7/layout/VerticalSolidActionList"/>
    <dgm:cxn modelId="{134838F1-0C29-4B98-8774-D6A6E5D7A463}" type="presParOf" srcId="{88C00CD1-B994-4958-9A53-EF95115D76A4}" destId="{6F2B40EA-BAE7-49D9-AADD-C6EE6D446960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59625-E55B-4939-8C89-9CCBA9D260F5}">
      <dsp:nvSpPr>
        <dsp:cNvPr id="0" name=""/>
        <dsp:cNvSpPr/>
      </dsp:nvSpPr>
      <dsp:spPr>
        <a:xfrm>
          <a:off x="0" y="428"/>
          <a:ext cx="5011404" cy="10032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59271-9248-4639-8666-93D35CD8AD6F}">
      <dsp:nvSpPr>
        <dsp:cNvPr id="0" name=""/>
        <dsp:cNvSpPr/>
      </dsp:nvSpPr>
      <dsp:spPr>
        <a:xfrm>
          <a:off x="303487" y="226163"/>
          <a:ext cx="551794" cy="5517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D6156-2BCF-4587-871F-B98F43F9DF9B}">
      <dsp:nvSpPr>
        <dsp:cNvPr id="0" name=""/>
        <dsp:cNvSpPr/>
      </dsp:nvSpPr>
      <dsp:spPr>
        <a:xfrm>
          <a:off x="1158769" y="428"/>
          <a:ext cx="3852634" cy="1003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79" tIns="106179" rIns="106179" bIns="10617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/>
            <a:t>High-level blueprint</a:t>
          </a:r>
          <a:r>
            <a:rPr lang="en-US" sz="1500" kern="1200"/>
            <a:t> of a software system.</a:t>
          </a:r>
        </a:p>
      </dsp:txBody>
      <dsp:txXfrm>
        <a:off x="1158769" y="428"/>
        <a:ext cx="3852634" cy="1003263"/>
      </dsp:txXfrm>
    </dsp:sp>
    <dsp:sp modelId="{5F0409C8-77A0-4C19-BFF4-F26DB091DD3C}">
      <dsp:nvSpPr>
        <dsp:cNvPr id="0" name=""/>
        <dsp:cNvSpPr/>
      </dsp:nvSpPr>
      <dsp:spPr>
        <a:xfrm>
          <a:off x="0" y="1254508"/>
          <a:ext cx="5011404" cy="10032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2DF15-E240-4522-96A7-4F49099CCBA2}">
      <dsp:nvSpPr>
        <dsp:cNvPr id="0" name=""/>
        <dsp:cNvSpPr/>
      </dsp:nvSpPr>
      <dsp:spPr>
        <a:xfrm>
          <a:off x="303487" y="1480242"/>
          <a:ext cx="551794" cy="5517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F307F-B46A-4D91-8829-AABAC61553A1}">
      <dsp:nvSpPr>
        <dsp:cNvPr id="0" name=""/>
        <dsp:cNvSpPr/>
      </dsp:nvSpPr>
      <dsp:spPr>
        <a:xfrm>
          <a:off x="1158769" y="1254508"/>
          <a:ext cx="3852634" cy="1003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79" tIns="106179" rIns="106179" bIns="10617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Describes the </a:t>
          </a:r>
          <a:r>
            <a:rPr lang="en-US" sz="1500" b="1" kern="1200" dirty="0"/>
            <a:t>structure of components</a:t>
          </a:r>
          <a:r>
            <a:rPr lang="en-US" sz="1500" kern="1200" dirty="0"/>
            <a:t>, how they interact, and the guiding </a:t>
          </a:r>
          <a:r>
            <a:rPr lang="en-US" sz="1500" b="1" kern="1200" dirty="0"/>
            <a:t>principles and decisions</a:t>
          </a:r>
          <a:r>
            <a:rPr lang="en-US" sz="1500" kern="1200" dirty="0"/>
            <a:t>.</a:t>
          </a:r>
        </a:p>
      </dsp:txBody>
      <dsp:txXfrm>
        <a:off x="1158769" y="1254508"/>
        <a:ext cx="3852634" cy="1003263"/>
      </dsp:txXfrm>
    </dsp:sp>
    <dsp:sp modelId="{40BD8C59-DA21-45FB-9FF7-5D4DA809BCD0}">
      <dsp:nvSpPr>
        <dsp:cNvPr id="0" name=""/>
        <dsp:cNvSpPr/>
      </dsp:nvSpPr>
      <dsp:spPr>
        <a:xfrm>
          <a:off x="0" y="2508587"/>
          <a:ext cx="5011404" cy="10032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AD583-EF3F-4EFE-8CC3-5CB13BF653D7}">
      <dsp:nvSpPr>
        <dsp:cNvPr id="0" name=""/>
        <dsp:cNvSpPr/>
      </dsp:nvSpPr>
      <dsp:spPr>
        <a:xfrm>
          <a:off x="303487" y="2734321"/>
          <a:ext cx="551794" cy="5517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5F52C-5148-46B0-9520-BF005DEBDC1F}">
      <dsp:nvSpPr>
        <dsp:cNvPr id="0" name=""/>
        <dsp:cNvSpPr/>
      </dsp:nvSpPr>
      <dsp:spPr>
        <a:xfrm>
          <a:off x="1158769" y="2508587"/>
          <a:ext cx="3852634" cy="1003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79" tIns="106179" rIns="106179" bIns="10617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Often compared to the </a:t>
          </a:r>
          <a:r>
            <a:rPr lang="en-US" sz="1500" b="1" kern="1200"/>
            <a:t>blueprints of a building</a:t>
          </a:r>
          <a:r>
            <a:rPr lang="en-US" sz="1500" kern="1200"/>
            <a:t>: it doesn’t describe every detail, but it sets constraints and direction.</a:t>
          </a:r>
        </a:p>
      </dsp:txBody>
      <dsp:txXfrm>
        <a:off x="1158769" y="2508587"/>
        <a:ext cx="3852634" cy="10032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ACBFB-A832-471F-BBDD-7E9203C3B8D9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10612-6C1A-447B-973E-64C3D2AEC77F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99FC84-6161-4226-A4EA-5C5115D8DADB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Traditional architectures often focused on </a:t>
          </a:r>
          <a:r>
            <a:rPr lang="en-US" sz="2100" b="1" i="0" kern="1200" baseline="0" dirty="0"/>
            <a:t>monolithic</a:t>
          </a:r>
          <a:r>
            <a:rPr lang="en-US" sz="2100" b="0" i="0" kern="1200" baseline="0" dirty="0"/>
            <a:t> or </a:t>
          </a:r>
          <a:r>
            <a:rPr lang="en-US" sz="2100" b="1" i="0" kern="1200" baseline="0" dirty="0"/>
            <a:t>tightly coupled systems</a:t>
          </a:r>
          <a:r>
            <a:rPr lang="en-US" sz="2100" b="0" i="0" kern="1200" baseline="0" dirty="0"/>
            <a:t>.</a:t>
          </a:r>
          <a:endParaRPr lang="en-US" sz="2100" kern="1200" dirty="0"/>
        </a:p>
      </dsp:txBody>
      <dsp:txXfrm>
        <a:off x="1909124" y="706"/>
        <a:ext cx="5040315" cy="1652921"/>
      </dsp:txXfrm>
    </dsp:sp>
    <dsp:sp modelId="{28156E0A-679E-434D-90A1-21804B12534F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B2624A-172D-409C-9793-86C0C682372F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AF5F1-0E72-427C-B1F3-569A1C18ABE7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As systems grew more </a:t>
          </a:r>
          <a:r>
            <a:rPr lang="en-US" sz="2100" b="1" i="0" kern="1200" baseline="0" dirty="0"/>
            <a:t>complex and distributed</a:t>
          </a:r>
          <a:r>
            <a:rPr lang="en-US" sz="2100" b="0" i="0" kern="1200" baseline="0" dirty="0"/>
            <a:t>, a new approach was needed.</a:t>
          </a:r>
          <a:endParaRPr lang="en-US" sz="2100" kern="1200" dirty="0"/>
        </a:p>
      </dsp:txBody>
      <dsp:txXfrm>
        <a:off x="1909124" y="2066858"/>
        <a:ext cx="5040315" cy="1652921"/>
      </dsp:txXfrm>
    </dsp:sp>
    <dsp:sp modelId="{82AF771D-6E11-4248-B1D7-7C4AFF83CE88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491D5-48D8-4B86-A20A-6A14A5AE3AC5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98E1B-7C61-4DC4-8D8F-94513DEBF46B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SOA emerged to address </a:t>
          </a:r>
          <a:r>
            <a:rPr lang="en-US" sz="2100" b="1" i="0" kern="1200" baseline="0" dirty="0"/>
            <a:t>flexibility, integration, and reusability</a:t>
          </a:r>
          <a:r>
            <a:rPr lang="en-US" sz="2100" b="0" i="0" kern="1200" baseline="0" dirty="0"/>
            <a:t> of services across systems.</a:t>
          </a:r>
          <a:endParaRPr lang="en-US" sz="2100" b="0" kern="1200" dirty="0"/>
        </a:p>
      </dsp:txBody>
      <dsp:txXfrm>
        <a:off x="1909124" y="4133010"/>
        <a:ext cx="5040315" cy="16529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C3E61B-F79B-41E3-A952-D284D9DCDF47}">
      <dsp:nvSpPr>
        <dsp:cNvPr id="0" name=""/>
        <dsp:cNvSpPr/>
      </dsp:nvSpPr>
      <dsp:spPr>
        <a:xfrm>
          <a:off x="1344780" y="283117"/>
          <a:ext cx="866512" cy="8665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CA6E1-CA9A-46DB-8922-1C3E28349B13}">
      <dsp:nvSpPr>
        <dsp:cNvPr id="0" name=""/>
        <dsp:cNvSpPr/>
      </dsp:nvSpPr>
      <dsp:spPr>
        <a:xfrm>
          <a:off x="815245" y="1458878"/>
          <a:ext cx="192558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</a:t>
          </a:r>
          <a:r>
            <a:rPr lang="en-US" sz="1100" b="1" kern="1200"/>
            <a:t>self-contained unit of functionality</a:t>
          </a:r>
          <a:r>
            <a:rPr lang="en-US" sz="1100" kern="1200"/>
            <a:t> that performs a specific business task (e.g., “process payment,” “check inventory”).</a:t>
          </a:r>
        </a:p>
      </dsp:txBody>
      <dsp:txXfrm>
        <a:off x="815245" y="1458878"/>
        <a:ext cx="1925582" cy="877500"/>
      </dsp:txXfrm>
    </dsp:sp>
    <dsp:sp modelId="{2759BB09-07DF-4005-9D97-E55F6C70A75D}">
      <dsp:nvSpPr>
        <dsp:cNvPr id="0" name=""/>
        <dsp:cNvSpPr/>
      </dsp:nvSpPr>
      <dsp:spPr>
        <a:xfrm>
          <a:off x="3607339" y="283117"/>
          <a:ext cx="866512" cy="8665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8563F-4184-4844-86DC-09358748ABF7}">
      <dsp:nvSpPr>
        <dsp:cNvPr id="0" name=""/>
        <dsp:cNvSpPr/>
      </dsp:nvSpPr>
      <dsp:spPr>
        <a:xfrm>
          <a:off x="3077804" y="1458878"/>
          <a:ext cx="192558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Well-defined and reusable</a:t>
          </a:r>
          <a:r>
            <a:rPr lang="en-US" sz="1100" kern="1200"/>
            <a:t>, designed to be used in different contexts.</a:t>
          </a:r>
        </a:p>
      </dsp:txBody>
      <dsp:txXfrm>
        <a:off x="3077804" y="1458878"/>
        <a:ext cx="1925582" cy="877500"/>
      </dsp:txXfrm>
    </dsp:sp>
    <dsp:sp modelId="{844B85A7-C60C-44B1-9CC4-8AE6C569E5D7}">
      <dsp:nvSpPr>
        <dsp:cNvPr id="0" name=""/>
        <dsp:cNvSpPr/>
      </dsp:nvSpPr>
      <dsp:spPr>
        <a:xfrm>
          <a:off x="1344780" y="2817773"/>
          <a:ext cx="866512" cy="8665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959B5-37F0-4F20-814E-09243CDB1A17}">
      <dsp:nvSpPr>
        <dsp:cNvPr id="0" name=""/>
        <dsp:cNvSpPr/>
      </dsp:nvSpPr>
      <dsp:spPr>
        <a:xfrm>
          <a:off x="815245" y="3993534"/>
          <a:ext cx="192558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Accessible via an interface</a:t>
          </a:r>
          <a:r>
            <a:rPr lang="en-US" sz="1100" kern="1200"/>
            <a:t> (usually an API), hiding internal details from the user.</a:t>
          </a:r>
        </a:p>
      </dsp:txBody>
      <dsp:txXfrm>
        <a:off x="815245" y="3993534"/>
        <a:ext cx="1925582" cy="877500"/>
      </dsp:txXfrm>
    </dsp:sp>
    <dsp:sp modelId="{198ABDFD-9DA2-43A7-BCEE-5CB27BA8F5A9}">
      <dsp:nvSpPr>
        <dsp:cNvPr id="0" name=""/>
        <dsp:cNvSpPr/>
      </dsp:nvSpPr>
      <dsp:spPr>
        <a:xfrm>
          <a:off x="3607339" y="2817773"/>
          <a:ext cx="866512" cy="8665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A688D-6CF2-45C2-9176-E079EA96BB66}">
      <dsp:nvSpPr>
        <dsp:cNvPr id="0" name=""/>
        <dsp:cNvSpPr/>
      </dsp:nvSpPr>
      <dsp:spPr>
        <a:xfrm>
          <a:off x="3077804" y="3993534"/>
          <a:ext cx="192558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Independent</a:t>
          </a:r>
          <a:r>
            <a:rPr lang="en-US" sz="1100" kern="1200" dirty="0"/>
            <a:t>  loosely coupled so it can evolve without breaking the whole system.</a:t>
          </a:r>
        </a:p>
      </dsp:txBody>
      <dsp:txXfrm>
        <a:off x="3077804" y="3993534"/>
        <a:ext cx="1925582" cy="877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96AA7-3F3A-44AF-8A19-881A05284FE4}">
      <dsp:nvSpPr>
        <dsp:cNvPr id="0" name=""/>
        <dsp:cNvSpPr/>
      </dsp:nvSpPr>
      <dsp:spPr>
        <a:xfrm>
          <a:off x="1202368" y="38875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C4867-2E36-4B60-B704-C6F9501662E8}">
      <dsp:nvSpPr>
        <dsp:cNvPr id="0" name=""/>
        <dsp:cNvSpPr/>
      </dsp:nvSpPr>
      <dsp:spPr>
        <a:xfrm>
          <a:off x="707355" y="1496630"/>
          <a:ext cx="180000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SOA is a style of software architecture</a:t>
          </a:r>
          <a:r>
            <a:rPr lang="en-US" sz="1100" b="0" i="0" kern="1200" baseline="0" dirty="0"/>
            <a:t> where systems are designed as a collection of </a:t>
          </a:r>
          <a:r>
            <a:rPr lang="en-US" sz="1100" b="1" i="0" kern="1200" baseline="0" dirty="0"/>
            <a:t>independent, reusable services</a:t>
          </a:r>
          <a:r>
            <a:rPr lang="en-US" sz="1100" b="0" i="0" kern="1200" baseline="0" dirty="0"/>
            <a:t>.</a:t>
          </a:r>
          <a:endParaRPr lang="en-US" sz="1100" kern="1200" dirty="0"/>
        </a:p>
      </dsp:txBody>
      <dsp:txXfrm>
        <a:off x="707355" y="1496630"/>
        <a:ext cx="1800000" cy="877500"/>
      </dsp:txXfrm>
    </dsp:sp>
    <dsp:sp modelId="{35DCEA37-8663-4BC8-A473-279FF173D632}">
      <dsp:nvSpPr>
        <dsp:cNvPr id="0" name=""/>
        <dsp:cNvSpPr/>
      </dsp:nvSpPr>
      <dsp:spPr>
        <a:xfrm>
          <a:off x="4340349" y="39858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8F33F-ABCB-4787-955B-EB0F2E781939}">
      <dsp:nvSpPr>
        <dsp:cNvPr id="0" name=""/>
        <dsp:cNvSpPr/>
      </dsp:nvSpPr>
      <dsp:spPr>
        <a:xfrm>
          <a:off x="3845349" y="1506458"/>
          <a:ext cx="180000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Each service represents a </a:t>
          </a:r>
          <a:r>
            <a:rPr lang="en-US" sz="1100" b="1" i="0" kern="1200" baseline="0" dirty="0"/>
            <a:t>business function</a:t>
          </a:r>
          <a:r>
            <a:rPr lang="en-US" sz="1100" b="0" i="0" kern="1200" baseline="0" dirty="0"/>
            <a:t> (e.g., “Customer Management,” “Billing,” “Inventory Check”).</a:t>
          </a:r>
          <a:endParaRPr lang="en-US" sz="1100" kern="1200" dirty="0"/>
        </a:p>
      </dsp:txBody>
      <dsp:txXfrm>
        <a:off x="3845349" y="1506458"/>
        <a:ext cx="1800000" cy="877500"/>
      </dsp:txXfrm>
    </dsp:sp>
    <dsp:sp modelId="{0289C7EE-2B46-45A7-AD2F-4D781E318CB3}">
      <dsp:nvSpPr>
        <dsp:cNvPr id="0" name=""/>
        <dsp:cNvSpPr/>
      </dsp:nvSpPr>
      <dsp:spPr>
        <a:xfrm>
          <a:off x="7507402" y="439133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E1EFB-F050-438B-AC9F-38FB3F1D6B68}">
      <dsp:nvSpPr>
        <dsp:cNvPr id="0" name=""/>
        <dsp:cNvSpPr/>
      </dsp:nvSpPr>
      <dsp:spPr>
        <a:xfrm>
          <a:off x="7012396" y="1547007"/>
          <a:ext cx="180000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Services </a:t>
          </a:r>
          <a:r>
            <a:rPr lang="en-US" sz="1100" b="1" i="0" kern="1200" baseline="0"/>
            <a:t>communicate through well-defined interfaces</a:t>
          </a:r>
          <a:r>
            <a:rPr lang="en-US" sz="1100" b="0" i="0" kern="1200" baseline="0"/>
            <a:t> (often via standard protocols like HTTP, SOAP, or REST).</a:t>
          </a:r>
          <a:endParaRPr lang="en-US" sz="1100" kern="1200"/>
        </a:p>
      </dsp:txBody>
      <dsp:txXfrm>
        <a:off x="7012396" y="1547007"/>
        <a:ext cx="1800000" cy="877500"/>
      </dsp:txXfrm>
    </dsp:sp>
    <dsp:sp modelId="{A96AEAF6-88CE-46A3-99C0-C61C4E596939}">
      <dsp:nvSpPr>
        <dsp:cNvPr id="0" name=""/>
        <dsp:cNvSpPr/>
      </dsp:nvSpPr>
      <dsp:spPr>
        <a:xfrm>
          <a:off x="9986853" y="35925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EA57D-D4BC-4244-9F2A-8A7CAB00EEBF}">
      <dsp:nvSpPr>
        <dsp:cNvPr id="0" name=""/>
        <dsp:cNvSpPr/>
      </dsp:nvSpPr>
      <dsp:spPr>
        <a:xfrm>
          <a:off x="9491860" y="1467128"/>
          <a:ext cx="180000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The goal: enable </a:t>
          </a:r>
          <a:r>
            <a:rPr lang="en-US" sz="1100" b="1" i="0" kern="1200" baseline="0" dirty="0"/>
            <a:t>flexibility, reusability, and integration</a:t>
          </a:r>
          <a:r>
            <a:rPr lang="en-US" sz="1100" b="0" i="0" kern="1200" baseline="0" dirty="0"/>
            <a:t> across different applications and technologies.</a:t>
          </a:r>
          <a:endParaRPr lang="en-US" sz="1100" kern="1200" dirty="0"/>
        </a:p>
      </dsp:txBody>
      <dsp:txXfrm>
        <a:off x="9491860" y="1467128"/>
        <a:ext cx="1800000" cy="877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77F91B-1361-4B4C-A3AD-EEF53C114F96}">
      <dsp:nvSpPr>
        <dsp:cNvPr id="0" name=""/>
        <dsp:cNvSpPr/>
      </dsp:nvSpPr>
      <dsp:spPr>
        <a:xfrm>
          <a:off x="882942" y="0"/>
          <a:ext cx="4096512" cy="409651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EE36E97-A67F-4EB3-B574-942FCFA99FFD}">
      <dsp:nvSpPr>
        <dsp:cNvPr id="0" name=""/>
        <dsp:cNvSpPr/>
      </dsp:nvSpPr>
      <dsp:spPr>
        <a:xfrm>
          <a:off x="1272110" y="389168"/>
          <a:ext cx="1597639" cy="15976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Agile </a:t>
          </a:r>
        </a:p>
      </dsp:txBody>
      <dsp:txXfrm>
        <a:off x="1350100" y="467158"/>
        <a:ext cx="1441659" cy="1441659"/>
      </dsp:txXfrm>
    </dsp:sp>
    <dsp:sp modelId="{C5E5FB9F-0C8B-4CC5-9558-BE026565BE8C}">
      <dsp:nvSpPr>
        <dsp:cNvPr id="0" name=""/>
        <dsp:cNvSpPr/>
      </dsp:nvSpPr>
      <dsp:spPr>
        <a:xfrm>
          <a:off x="2992645" y="389168"/>
          <a:ext cx="1597639" cy="159763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CI/CD (Continuous Integration / Continuous Delivery)</a:t>
          </a:r>
        </a:p>
      </dsp:txBody>
      <dsp:txXfrm>
        <a:off x="3070635" y="467158"/>
        <a:ext cx="1441659" cy="1441659"/>
      </dsp:txXfrm>
    </dsp:sp>
    <dsp:sp modelId="{2A1D6D6A-0F45-48BA-BFF3-38642ACB9355}">
      <dsp:nvSpPr>
        <dsp:cNvPr id="0" name=""/>
        <dsp:cNvSpPr/>
      </dsp:nvSpPr>
      <dsp:spPr>
        <a:xfrm>
          <a:off x="1272110" y="2109703"/>
          <a:ext cx="1597639" cy="159763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Containerization</a:t>
          </a:r>
        </a:p>
      </dsp:txBody>
      <dsp:txXfrm>
        <a:off x="1350100" y="2187693"/>
        <a:ext cx="1441659" cy="1441659"/>
      </dsp:txXfrm>
    </dsp:sp>
    <dsp:sp modelId="{8FB6599E-33F9-4AC3-8145-1FFEC0F0ECF8}">
      <dsp:nvSpPr>
        <dsp:cNvPr id="0" name=""/>
        <dsp:cNvSpPr/>
      </dsp:nvSpPr>
      <dsp:spPr>
        <a:xfrm>
          <a:off x="2992645" y="2109703"/>
          <a:ext cx="1597639" cy="159763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Orchestration</a:t>
          </a:r>
        </a:p>
      </dsp:txBody>
      <dsp:txXfrm>
        <a:off x="3070635" y="2187693"/>
        <a:ext cx="1441659" cy="14416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93F9-0D2D-416C-B531-004983CA4E5E}">
      <dsp:nvSpPr>
        <dsp:cNvPr id="0" name=""/>
        <dsp:cNvSpPr/>
      </dsp:nvSpPr>
      <dsp:spPr>
        <a:xfrm>
          <a:off x="82587" y="562360"/>
          <a:ext cx="898153" cy="8981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999DF-547A-4E9B-B3D1-49ADBB9B3570}">
      <dsp:nvSpPr>
        <dsp:cNvPr id="0" name=""/>
        <dsp:cNvSpPr/>
      </dsp:nvSpPr>
      <dsp:spPr>
        <a:xfrm>
          <a:off x="271199" y="750972"/>
          <a:ext cx="520928" cy="5209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F593B-B392-43E8-9928-606DD22935A9}">
      <dsp:nvSpPr>
        <dsp:cNvPr id="0" name=""/>
        <dsp:cNvSpPr/>
      </dsp:nvSpPr>
      <dsp:spPr>
        <a:xfrm>
          <a:off x="1173202" y="562360"/>
          <a:ext cx="2117075" cy="898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Understand three major service communication protocols: REST, SOAP, and gRPC</a:t>
          </a:r>
        </a:p>
      </dsp:txBody>
      <dsp:txXfrm>
        <a:off x="1173202" y="562360"/>
        <a:ext cx="2117075" cy="898153"/>
      </dsp:txXfrm>
    </dsp:sp>
    <dsp:sp modelId="{B8118E7C-DC44-450F-9810-782A995AD179}">
      <dsp:nvSpPr>
        <dsp:cNvPr id="0" name=""/>
        <dsp:cNvSpPr/>
      </dsp:nvSpPr>
      <dsp:spPr>
        <a:xfrm>
          <a:off x="3659162" y="562360"/>
          <a:ext cx="898153" cy="8981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EE4B34-43B6-49DC-A6AB-5DFE1B8D64B0}">
      <dsp:nvSpPr>
        <dsp:cNvPr id="0" name=""/>
        <dsp:cNvSpPr/>
      </dsp:nvSpPr>
      <dsp:spPr>
        <a:xfrm>
          <a:off x="3847774" y="750972"/>
          <a:ext cx="520928" cy="5209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375CD-091B-4DB3-B148-AB76D1F61121}">
      <dsp:nvSpPr>
        <dsp:cNvPr id="0" name=""/>
        <dsp:cNvSpPr/>
      </dsp:nvSpPr>
      <dsp:spPr>
        <a:xfrm>
          <a:off x="4749776" y="562360"/>
          <a:ext cx="2117075" cy="898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Compare their strengths, weaknesses, and use cases</a:t>
          </a:r>
        </a:p>
      </dsp:txBody>
      <dsp:txXfrm>
        <a:off x="4749776" y="562360"/>
        <a:ext cx="2117075" cy="898153"/>
      </dsp:txXfrm>
    </dsp:sp>
    <dsp:sp modelId="{A1ADDFE0-6CEE-46D6-9F6C-077BB383C133}">
      <dsp:nvSpPr>
        <dsp:cNvPr id="0" name=""/>
        <dsp:cNvSpPr/>
      </dsp:nvSpPr>
      <dsp:spPr>
        <a:xfrm>
          <a:off x="82587" y="2444242"/>
          <a:ext cx="898153" cy="8981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D4DB9-4C1A-43E1-B98B-2CD4121736A9}">
      <dsp:nvSpPr>
        <dsp:cNvPr id="0" name=""/>
        <dsp:cNvSpPr/>
      </dsp:nvSpPr>
      <dsp:spPr>
        <a:xfrm>
          <a:off x="271199" y="2632854"/>
          <a:ext cx="520928" cy="5209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87191-338F-44A4-8568-F7BE81CA322E}">
      <dsp:nvSpPr>
        <dsp:cNvPr id="0" name=""/>
        <dsp:cNvSpPr/>
      </dsp:nvSpPr>
      <dsp:spPr>
        <a:xfrm>
          <a:off x="1173202" y="2444242"/>
          <a:ext cx="2117075" cy="898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Explore message format options and their trade-offs</a:t>
          </a:r>
        </a:p>
      </dsp:txBody>
      <dsp:txXfrm>
        <a:off x="1173202" y="2444242"/>
        <a:ext cx="2117075" cy="898153"/>
      </dsp:txXfrm>
    </dsp:sp>
    <dsp:sp modelId="{9108095F-04E7-4847-AE81-F5A067ABD20E}">
      <dsp:nvSpPr>
        <dsp:cNvPr id="0" name=""/>
        <dsp:cNvSpPr/>
      </dsp:nvSpPr>
      <dsp:spPr>
        <a:xfrm>
          <a:off x="3659162" y="2444242"/>
          <a:ext cx="898153" cy="8981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2E3F8-2FC4-4FAE-99E0-2A76B72BC7D7}">
      <dsp:nvSpPr>
        <dsp:cNvPr id="0" name=""/>
        <dsp:cNvSpPr/>
      </dsp:nvSpPr>
      <dsp:spPr>
        <a:xfrm>
          <a:off x="3847774" y="2632854"/>
          <a:ext cx="520928" cy="5209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7F94A-BD86-4B13-9844-52977CD63ACA}">
      <dsp:nvSpPr>
        <dsp:cNvPr id="0" name=""/>
        <dsp:cNvSpPr/>
      </dsp:nvSpPr>
      <dsp:spPr>
        <a:xfrm>
          <a:off x="4749776" y="2444242"/>
          <a:ext cx="2117075" cy="898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Learn API versioning strategies and backward compatibility</a:t>
          </a:r>
        </a:p>
      </dsp:txBody>
      <dsp:txXfrm>
        <a:off x="4749776" y="2444242"/>
        <a:ext cx="2117075" cy="898153"/>
      </dsp:txXfrm>
    </dsp:sp>
    <dsp:sp modelId="{D67C327B-E572-4718-B1D5-7520783627E9}">
      <dsp:nvSpPr>
        <dsp:cNvPr id="0" name=""/>
        <dsp:cNvSpPr/>
      </dsp:nvSpPr>
      <dsp:spPr>
        <a:xfrm>
          <a:off x="82587" y="4326124"/>
          <a:ext cx="898153" cy="89815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092448-B790-4D39-9408-23B14A94CE84}">
      <dsp:nvSpPr>
        <dsp:cNvPr id="0" name=""/>
        <dsp:cNvSpPr/>
      </dsp:nvSpPr>
      <dsp:spPr>
        <a:xfrm>
          <a:off x="271199" y="4514736"/>
          <a:ext cx="520928" cy="5209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3F59C-27DC-4440-8A5C-89A56BA72D9F}">
      <dsp:nvSpPr>
        <dsp:cNvPr id="0" name=""/>
        <dsp:cNvSpPr/>
      </dsp:nvSpPr>
      <dsp:spPr>
        <a:xfrm>
          <a:off x="1173202" y="4326124"/>
          <a:ext cx="2117075" cy="898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Apply these concepts to your group project architecture</a:t>
          </a:r>
        </a:p>
      </dsp:txBody>
      <dsp:txXfrm>
        <a:off x="1173202" y="4326124"/>
        <a:ext cx="2117075" cy="89815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7E331-DC23-4E26-BCFE-087BE81C0504}">
      <dsp:nvSpPr>
        <dsp:cNvPr id="0" name=""/>
        <dsp:cNvSpPr/>
      </dsp:nvSpPr>
      <dsp:spPr>
        <a:xfrm>
          <a:off x="0" y="706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C2A35-F621-4AA8-9AD1-FB3C6DB3360A}">
      <dsp:nvSpPr>
        <dsp:cNvPr id="0" name=""/>
        <dsp:cNvSpPr/>
      </dsp:nvSpPr>
      <dsp:spPr>
        <a:xfrm>
          <a:off x="0" y="70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In a Service-Oriented Architecture, services must:</a:t>
          </a:r>
          <a:endParaRPr lang="en-US" sz="3100" kern="1200"/>
        </a:p>
      </dsp:txBody>
      <dsp:txXfrm>
        <a:off x="0" y="706"/>
        <a:ext cx="6949440" cy="1157045"/>
      </dsp:txXfrm>
    </dsp:sp>
    <dsp:sp modelId="{8CDE0BC0-F15A-4876-8678-A5600F2EA065}">
      <dsp:nvSpPr>
        <dsp:cNvPr id="0" name=""/>
        <dsp:cNvSpPr/>
      </dsp:nvSpPr>
      <dsp:spPr>
        <a:xfrm>
          <a:off x="0" y="1157751"/>
          <a:ext cx="6949440" cy="0"/>
        </a:xfrm>
        <a:prstGeom prst="line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accent2">
              <a:hueOff val="-260332"/>
              <a:satOff val="-5408"/>
              <a:lumOff val="-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97865-961C-4C51-95B4-0064A3C749B2}">
      <dsp:nvSpPr>
        <dsp:cNvPr id="0" name=""/>
        <dsp:cNvSpPr/>
      </dsp:nvSpPr>
      <dsp:spPr>
        <a:xfrm>
          <a:off x="0" y="1157751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Exchange data reliably and efficiently</a:t>
          </a:r>
        </a:p>
      </dsp:txBody>
      <dsp:txXfrm>
        <a:off x="0" y="1157751"/>
        <a:ext cx="6949440" cy="1157045"/>
      </dsp:txXfrm>
    </dsp:sp>
    <dsp:sp modelId="{25E82629-DCFA-4D0D-9391-61078BD2FD64}">
      <dsp:nvSpPr>
        <dsp:cNvPr id="0" name=""/>
        <dsp:cNvSpPr/>
      </dsp:nvSpPr>
      <dsp:spPr>
        <a:xfrm>
          <a:off x="0" y="2314796"/>
          <a:ext cx="6949440" cy="0"/>
        </a:xfrm>
        <a:prstGeom prst="line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B00A9-C013-4B41-91A5-94F203EBDFAF}">
      <dsp:nvSpPr>
        <dsp:cNvPr id="0" name=""/>
        <dsp:cNvSpPr/>
      </dsp:nvSpPr>
      <dsp:spPr>
        <a:xfrm>
          <a:off x="0" y="231479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Work across different programming languages and platforms</a:t>
          </a:r>
        </a:p>
      </dsp:txBody>
      <dsp:txXfrm>
        <a:off x="0" y="2314796"/>
        <a:ext cx="6949440" cy="1157045"/>
      </dsp:txXfrm>
    </dsp:sp>
    <dsp:sp modelId="{51E3EDE2-9B3B-47B8-8E80-293A3BFD2094}">
      <dsp:nvSpPr>
        <dsp:cNvPr id="0" name=""/>
        <dsp:cNvSpPr/>
      </dsp:nvSpPr>
      <dsp:spPr>
        <a:xfrm>
          <a:off x="0" y="3471841"/>
          <a:ext cx="6949440" cy="0"/>
        </a:xfrm>
        <a:prstGeom prst="line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accent2">
              <a:hueOff val="-780997"/>
              <a:satOff val="-16223"/>
              <a:lumOff val="-4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810A1-B25B-430B-BAF7-0F6F2B5342E4}">
      <dsp:nvSpPr>
        <dsp:cNvPr id="0" name=""/>
        <dsp:cNvSpPr/>
      </dsp:nvSpPr>
      <dsp:spPr>
        <a:xfrm>
          <a:off x="0" y="3471841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Handle varying performance requirements</a:t>
          </a:r>
        </a:p>
      </dsp:txBody>
      <dsp:txXfrm>
        <a:off x="0" y="3471841"/>
        <a:ext cx="6949440" cy="1157045"/>
      </dsp:txXfrm>
    </dsp:sp>
    <dsp:sp modelId="{E11576A3-A538-4A4D-B854-EE060CFBFE40}">
      <dsp:nvSpPr>
        <dsp:cNvPr id="0" name=""/>
        <dsp:cNvSpPr/>
      </dsp:nvSpPr>
      <dsp:spPr>
        <a:xfrm>
          <a:off x="0" y="4628886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E7E8F-BC1D-49CA-935E-1E4155CE2B82}">
      <dsp:nvSpPr>
        <dsp:cNvPr id="0" name=""/>
        <dsp:cNvSpPr/>
      </dsp:nvSpPr>
      <dsp:spPr>
        <a:xfrm>
          <a:off x="0" y="462888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Maintain backward compatibility as they evolve</a:t>
          </a:r>
        </a:p>
      </dsp:txBody>
      <dsp:txXfrm>
        <a:off x="0" y="4628886"/>
        <a:ext cx="6949440" cy="115704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71CCB-ADDF-46B6-B336-2077CA1C0801}">
      <dsp:nvSpPr>
        <dsp:cNvPr id="0" name=""/>
        <dsp:cNvSpPr/>
      </dsp:nvSpPr>
      <dsp:spPr>
        <a:xfrm>
          <a:off x="285138" y="1520431"/>
          <a:ext cx="1373490" cy="13734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EA263-C5B0-4D51-9D68-C94911DA3D9D}">
      <dsp:nvSpPr>
        <dsp:cNvPr id="0" name=""/>
        <dsp:cNvSpPr/>
      </dsp:nvSpPr>
      <dsp:spPr>
        <a:xfrm>
          <a:off x="573571" y="1808864"/>
          <a:ext cx="796624" cy="7966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040E3-B834-4F49-B74F-7E2441C6D2BE}">
      <dsp:nvSpPr>
        <dsp:cNvPr id="0" name=""/>
        <dsp:cNvSpPr/>
      </dsp:nvSpPr>
      <dsp:spPr>
        <a:xfrm>
          <a:off x="1952948" y="1520431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Definition : </a:t>
          </a:r>
          <a:r>
            <a:rPr lang="en-US" sz="1900" kern="1200"/>
            <a:t>Client-server architecture based on HTTP methods and resource-oriented design</a:t>
          </a:r>
        </a:p>
      </dsp:txBody>
      <dsp:txXfrm>
        <a:off x="1952948" y="1520431"/>
        <a:ext cx="3237513" cy="1373490"/>
      </dsp:txXfrm>
    </dsp:sp>
    <dsp:sp modelId="{33C2B296-B85C-4C1C-82AC-6B1E1864FF42}">
      <dsp:nvSpPr>
        <dsp:cNvPr id="0" name=""/>
        <dsp:cNvSpPr/>
      </dsp:nvSpPr>
      <dsp:spPr>
        <a:xfrm>
          <a:off x="5754574" y="1520431"/>
          <a:ext cx="1373490" cy="13734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33E4A-354C-41D9-9F85-08A0C3157560}">
      <dsp:nvSpPr>
        <dsp:cNvPr id="0" name=""/>
        <dsp:cNvSpPr/>
      </dsp:nvSpPr>
      <dsp:spPr>
        <a:xfrm>
          <a:off x="6043007" y="1808864"/>
          <a:ext cx="796624" cy="7966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1272B-147C-4066-BEAA-FB2F3C8E4016}">
      <dsp:nvSpPr>
        <dsp:cNvPr id="0" name=""/>
        <dsp:cNvSpPr/>
      </dsp:nvSpPr>
      <dsp:spPr>
        <a:xfrm>
          <a:off x="7422384" y="1520431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Core Principle: </a:t>
          </a:r>
          <a:r>
            <a:rPr lang="en-US" sz="1900" kern="1200"/>
            <a:t>Resources accessed via URLs, manipulated using HTTP verbs (GET, POST, PUT, DELETE)</a:t>
          </a:r>
        </a:p>
      </dsp:txBody>
      <dsp:txXfrm>
        <a:off x="7422384" y="1520431"/>
        <a:ext cx="3237513" cy="13734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9C9C5-C652-4FD5-B184-6D7B11CA78C6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8E025-2D4E-45B6-B92A-C4C1859BCC9A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44E2E-F9F6-4689-AD76-F0ACB29E2293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Stateless:</a:t>
          </a:r>
          <a:r>
            <a:rPr lang="en-US" sz="2200" kern="1200"/>
            <a:t> Each request contains all info needed; server maintains no client context</a:t>
          </a:r>
        </a:p>
      </dsp:txBody>
      <dsp:txXfrm>
        <a:off x="1405898" y="2401"/>
        <a:ext cx="5543541" cy="1217228"/>
      </dsp:txXfrm>
    </dsp:sp>
    <dsp:sp modelId="{7B9E58FA-7FBB-4CD0-A116-46AB11129A5F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4E3DD-719E-4272-9D03-99B53DCCE6C7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6A464F-BD79-4467-B7C7-7600201EA914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Cacheable:</a:t>
          </a:r>
          <a:r>
            <a:rPr lang="en-US" sz="2200" kern="1200"/>
            <a:t> Built-in HTTP caching support improves performance</a:t>
          </a:r>
        </a:p>
      </dsp:txBody>
      <dsp:txXfrm>
        <a:off x="1405898" y="1523937"/>
        <a:ext cx="5543541" cy="1217228"/>
      </dsp:txXfrm>
    </dsp:sp>
    <dsp:sp modelId="{FD62EA3E-502F-4DFC-9A78-0156969F530C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25FD2-D5EF-4289-BEC6-2974B8359038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AF8EB-FC48-4715-B5DD-CA4E60643743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Loosely Coupled:</a:t>
          </a:r>
          <a:r>
            <a:rPr lang="en-US" sz="2200" kern="1200"/>
            <a:t> Clients and servers can evolve independently</a:t>
          </a:r>
        </a:p>
      </dsp:txBody>
      <dsp:txXfrm>
        <a:off x="1405898" y="3045472"/>
        <a:ext cx="5543541" cy="1217228"/>
      </dsp:txXfrm>
    </dsp:sp>
    <dsp:sp modelId="{38F9544A-C7BC-4194-A4D4-25BBF2E9C2A5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A680F-F74C-4024-AB6D-86F7E3D36362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C3741-37D2-45FA-801A-7B54FAD53674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Resource-Oriented:</a:t>
          </a:r>
          <a:r>
            <a:rPr lang="en-US" sz="2200" kern="1200"/>
            <a:t> Everything is a resource with a unique identifier (URL)</a:t>
          </a:r>
        </a:p>
      </dsp:txBody>
      <dsp:txXfrm>
        <a:off x="1405898" y="4567007"/>
        <a:ext cx="5543541" cy="12172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EC440-D9D4-46BA-ACCB-2320B6E952EB}">
      <dsp:nvSpPr>
        <dsp:cNvPr id="0" name=""/>
        <dsp:cNvSpPr/>
      </dsp:nvSpPr>
      <dsp:spPr>
        <a:xfrm>
          <a:off x="0" y="724339"/>
          <a:ext cx="10335350" cy="12175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FE326-BBCF-4FD8-B443-48F94D648BEE}">
      <dsp:nvSpPr>
        <dsp:cNvPr id="0" name=""/>
        <dsp:cNvSpPr/>
      </dsp:nvSpPr>
      <dsp:spPr>
        <a:xfrm>
          <a:off x="368308" y="937422"/>
          <a:ext cx="669651" cy="6696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7FB88-8618-4BC0-99F5-D7F32DE2DF98}">
      <dsp:nvSpPr>
        <dsp:cNvPr id="0" name=""/>
        <dsp:cNvSpPr/>
      </dsp:nvSpPr>
      <dsp:spPr>
        <a:xfrm>
          <a:off x="1406267" y="663474"/>
          <a:ext cx="4650907" cy="121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57" tIns="128857" rIns="128857" bIns="12885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Customer Service Endpoints:</a:t>
          </a:r>
          <a:endParaRPr lang="en-US" sz="2000" kern="1200" dirty="0"/>
        </a:p>
      </dsp:txBody>
      <dsp:txXfrm>
        <a:off x="1406267" y="663474"/>
        <a:ext cx="4650907" cy="1217547"/>
      </dsp:txXfrm>
    </dsp:sp>
    <dsp:sp modelId="{6C5152D0-BEB7-44E2-BB79-A986E84B0F8E}">
      <dsp:nvSpPr>
        <dsp:cNvPr id="0" name=""/>
        <dsp:cNvSpPr/>
      </dsp:nvSpPr>
      <dsp:spPr>
        <a:xfrm>
          <a:off x="6057175" y="663474"/>
          <a:ext cx="4276800" cy="121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57" tIns="128857" rIns="128857" bIns="12885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GET /</a:t>
          </a:r>
          <a:r>
            <a:rPr lang="en-US" sz="1100" kern="1200" dirty="0" err="1"/>
            <a:t>api</a:t>
          </a:r>
          <a:r>
            <a:rPr lang="en-US" sz="1100" kern="1200" dirty="0"/>
            <a:t>/v1/customers/123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GET /</a:t>
          </a:r>
          <a:r>
            <a:rPr lang="en-US" sz="1100" kern="1200" dirty="0" err="1"/>
            <a:t>api</a:t>
          </a:r>
          <a:r>
            <a:rPr lang="en-US" sz="1100" kern="1200" dirty="0"/>
            <a:t>/v1/customers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POST /api/v1/customers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PUT /api/v1/customers/123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DELETE /api/v1/customers/123</a:t>
          </a:r>
        </a:p>
      </dsp:txBody>
      <dsp:txXfrm>
        <a:off x="6057175" y="663474"/>
        <a:ext cx="4276800" cy="1217547"/>
      </dsp:txXfrm>
    </dsp:sp>
    <dsp:sp modelId="{19D25D15-148B-48EB-B9C0-38BBE31F0115}">
      <dsp:nvSpPr>
        <dsp:cNvPr id="0" name=""/>
        <dsp:cNvSpPr/>
      </dsp:nvSpPr>
      <dsp:spPr>
        <a:xfrm>
          <a:off x="0" y="2185408"/>
          <a:ext cx="10335350" cy="12175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09BF1A-E131-4881-9198-7105DC5CAF12}">
      <dsp:nvSpPr>
        <dsp:cNvPr id="0" name=""/>
        <dsp:cNvSpPr/>
      </dsp:nvSpPr>
      <dsp:spPr>
        <a:xfrm>
          <a:off x="368308" y="2459357"/>
          <a:ext cx="669651" cy="6696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6D25C-6EE2-4115-9A82-0E8679665183}">
      <dsp:nvSpPr>
        <dsp:cNvPr id="0" name=""/>
        <dsp:cNvSpPr/>
      </dsp:nvSpPr>
      <dsp:spPr>
        <a:xfrm>
          <a:off x="1406267" y="2185408"/>
          <a:ext cx="8927707" cy="121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57" tIns="128857" rIns="128857" bIns="12885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Response</a:t>
          </a:r>
          <a:r>
            <a:rPr lang="en-US" sz="2500" b="1" kern="1200" dirty="0"/>
            <a:t>:</a:t>
          </a:r>
          <a:r>
            <a:rPr lang="en-US" sz="2500" kern="1200" dirty="0"/>
            <a:t> JSON or XML with customer data</a:t>
          </a:r>
        </a:p>
      </dsp:txBody>
      <dsp:txXfrm>
        <a:off x="1406267" y="2185408"/>
        <a:ext cx="8927707" cy="121754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069B3-C17F-4CC3-85EC-A105DA8D7BF3}">
      <dsp:nvSpPr>
        <dsp:cNvPr id="0" name=""/>
        <dsp:cNvSpPr/>
      </dsp:nvSpPr>
      <dsp:spPr>
        <a:xfrm>
          <a:off x="0" y="940328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C6002-98AC-41CB-9526-07035763BC3D}">
      <dsp:nvSpPr>
        <dsp:cNvPr id="0" name=""/>
        <dsp:cNvSpPr/>
      </dsp:nvSpPr>
      <dsp:spPr>
        <a:xfrm>
          <a:off x="525137" y="1330926"/>
          <a:ext cx="954795" cy="9547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F082C-010A-4DBC-9359-8986C9FF2C9C}">
      <dsp:nvSpPr>
        <dsp:cNvPr id="0" name=""/>
        <dsp:cNvSpPr/>
      </dsp:nvSpPr>
      <dsp:spPr>
        <a:xfrm>
          <a:off x="2005070" y="940328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Definition: </a:t>
          </a:r>
          <a:r>
            <a:rPr lang="en-US" sz="2400" kern="1200"/>
            <a:t>XML-based protocol with strict standards and built-in security for enterprise integration</a:t>
          </a:r>
        </a:p>
      </dsp:txBody>
      <dsp:txXfrm>
        <a:off x="2005070" y="940328"/>
        <a:ext cx="4944369" cy="1735991"/>
      </dsp:txXfrm>
    </dsp:sp>
    <dsp:sp modelId="{79629968-56AC-4A94-A196-884E8BBE009A}">
      <dsp:nvSpPr>
        <dsp:cNvPr id="0" name=""/>
        <dsp:cNvSpPr/>
      </dsp:nvSpPr>
      <dsp:spPr>
        <a:xfrm>
          <a:off x="0" y="3110317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214A75-8872-4CB1-AAAF-7EE706FBF02E}">
      <dsp:nvSpPr>
        <dsp:cNvPr id="0" name=""/>
        <dsp:cNvSpPr/>
      </dsp:nvSpPr>
      <dsp:spPr>
        <a:xfrm>
          <a:off x="525137" y="3500915"/>
          <a:ext cx="954795" cy="9547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E62C8-B6D8-49A8-BF29-121484FF4861}">
      <dsp:nvSpPr>
        <dsp:cNvPr id="0" name=""/>
        <dsp:cNvSpPr/>
      </dsp:nvSpPr>
      <dsp:spPr>
        <a:xfrm>
          <a:off x="2005070" y="3110317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Structure : </a:t>
          </a:r>
          <a:r>
            <a:rPr lang="en-US" sz="2400" kern="1200"/>
            <a:t>Envelope → Header (metadata) + Body (message) + Fault (errors)</a:t>
          </a:r>
        </a:p>
      </dsp:txBody>
      <dsp:txXfrm>
        <a:off x="2005070" y="3110317"/>
        <a:ext cx="4944369" cy="173599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297CC-5C97-4FE6-854F-D2A5E899A229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AF427-FBDE-49B3-B4FE-7C0C5CA7BC1A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XML-Only:</a:t>
          </a:r>
          <a:r>
            <a:rPr lang="en-US" sz="2800" kern="1200"/>
            <a:t> All messages are XML, both request and response</a:t>
          </a:r>
        </a:p>
      </dsp:txBody>
      <dsp:txXfrm>
        <a:off x="0" y="0"/>
        <a:ext cx="6949440" cy="1446659"/>
      </dsp:txXfrm>
    </dsp:sp>
    <dsp:sp modelId="{CDBBAB6A-4160-41C1-A370-2EABCC611F5A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accent2">
              <a:hueOff val="-347110"/>
              <a:satOff val="-7210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F4000-B55C-4AF1-8AEF-40332C499681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Formal Contract:</a:t>
          </a:r>
          <a:r>
            <a:rPr lang="en-US" sz="2800" kern="1200"/>
            <a:t> WSDL (Web Service Definition Language) defines the service contract</a:t>
          </a:r>
        </a:p>
      </dsp:txBody>
      <dsp:txXfrm>
        <a:off x="0" y="1446659"/>
        <a:ext cx="6949440" cy="1446659"/>
      </dsp:txXfrm>
    </dsp:sp>
    <dsp:sp modelId="{13BAB7EB-0376-4108-8518-BD29085C7B67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accent2">
              <a:hueOff val="-694219"/>
              <a:satOff val="-14421"/>
              <a:lumOff val="-3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80746-8A44-48D7-992F-4EEB3A0A4BF2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Security &amp; Compliance:</a:t>
          </a:r>
          <a:r>
            <a:rPr lang="en-US" sz="2800" kern="1200"/>
            <a:t> WS-Security, ACID transactions for enterprise use</a:t>
          </a:r>
        </a:p>
      </dsp:txBody>
      <dsp:txXfrm>
        <a:off x="0" y="2893318"/>
        <a:ext cx="6949440" cy="1446659"/>
      </dsp:txXfrm>
    </dsp:sp>
    <dsp:sp modelId="{1CC4848E-6713-40BC-8915-14403BAF7C55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46A81-80EC-4129-91F3-CB7CA3F194E7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Built-in Error Handling:</a:t>
          </a:r>
          <a:r>
            <a:rPr lang="en-US" sz="2800" kern="1200"/>
            <a:t> SOAP Faults provide detailed error information</a:t>
          </a:r>
        </a:p>
      </dsp:txBody>
      <dsp:txXfrm>
        <a:off x="0" y="4339978"/>
        <a:ext cx="6949440" cy="144665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2493B-F92A-4F85-80E0-FC63E66EA802}">
      <dsp:nvSpPr>
        <dsp:cNvPr id="0" name=""/>
        <dsp:cNvSpPr/>
      </dsp:nvSpPr>
      <dsp:spPr>
        <a:xfrm>
          <a:off x="0" y="426812"/>
          <a:ext cx="6144767" cy="2101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902" tIns="479044" rIns="476902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Enterprise-grade security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ACID compliance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Formal contracts (WSDL)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Better error handling</a:t>
          </a:r>
        </a:p>
      </dsp:txBody>
      <dsp:txXfrm>
        <a:off x="0" y="426812"/>
        <a:ext cx="6144767" cy="2101050"/>
      </dsp:txXfrm>
    </dsp:sp>
    <dsp:sp modelId="{C73318B1-82D0-4B9E-B034-5CA3C1F55858}">
      <dsp:nvSpPr>
        <dsp:cNvPr id="0" name=""/>
        <dsp:cNvSpPr/>
      </dsp:nvSpPr>
      <dsp:spPr>
        <a:xfrm>
          <a:off x="307238" y="87332"/>
          <a:ext cx="4301337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Advantages</a:t>
          </a:r>
        </a:p>
      </dsp:txBody>
      <dsp:txXfrm>
        <a:off x="340382" y="120476"/>
        <a:ext cx="4235049" cy="612672"/>
      </dsp:txXfrm>
    </dsp:sp>
    <dsp:sp modelId="{69628CFA-D6A9-4071-A64F-AD89E0295E54}">
      <dsp:nvSpPr>
        <dsp:cNvPr id="0" name=""/>
        <dsp:cNvSpPr/>
      </dsp:nvSpPr>
      <dsp:spPr>
        <a:xfrm>
          <a:off x="0" y="2991542"/>
          <a:ext cx="6144767" cy="2101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902" tIns="479044" rIns="476902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Complex and verbose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Heavy XML processing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Steep learning curve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Slower performance</a:t>
          </a:r>
        </a:p>
      </dsp:txBody>
      <dsp:txXfrm>
        <a:off x="0" y="2991542"/>
        <a:ext cx="6144767" cy="2101050"/>
      </dsp:txXfrm>
    </dsp:sp>
    <dsp:sp modelId="{0E7335CD-A69E-4245-8246-5BE1C3885C4B}">
      <dsp:nvSpPr>
        <dsp:cNvPr id="0" name=""/>
        <dsp:cNvSpPr/>
      </dsp:nvSpPr>
      <dsp:spPr>
        <a:xfrm>
          <a:off x="307238" y="2652062"/>
          <a:ext cx="4301337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Challenges</a:t>
          </a:r>
        </a:p>
      </dsp:txBody>
      <dsp:txXfrm>
        <a:off x="340382" y="2685206"/>
        <a:ext cx="4235049" cy="61267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30986-5335-464F-8549-1A5B86457B35}">
      <dsp:nvSpPr>
        <dsp:cNvPr id="0" name=""/>
        <dsp:cNvSpPr/>
      </dsp:nvSpPr>
      <dsp:spPr>
        <a:xfrm>
          <a:off x="0" y="0"/>
          <a:ext cx="69333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5CA2B-2710-4953-881C-5860E6DC7E04}">
      <dsp:nvSpPr>
        <dsp:cNvPr id="0" name=""/>
        <dsp:cNvSpPr/>
      </dsp:nvSpPr>
      <dsp:spPr>
        <a:xfrm>
          <a:off x="0" y="0"/>
          <a:ext cx="6933363" cy="1148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New features require API modifications</a:t>
          </a:r>
        </a:p>
      </dsp:txBody>
      <dsp:txXfrm>
        <a:off x="0" y="0"/>
        <a:ext cx="6933363" cy="1148457"/>
      </dsp:txXfrm>
    </dsp:sp>
    <dsp:sp modelId="{AB847DFF-B28B-48AF-8AD3-FF70F9589D91}">
      <dsp:nvSpPr>
        <dsp:cNvPr id="0" name=""/>
        <dsp:cNvSpPr/>
      </dsp:nvSpPr>
      <dsp:spPr>
        <a:xfrm>
          <a:off x="0" y="1148457"/>
          <a:ext cx="69333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D6496-4A18-4E2F-B896-DE4EC85EED3F}">
      <dsp:nvSpPr>
        <dsp:cNvPr id="0" name=""/>
        <dsp:cNvSpPr/>
      </dsp:nvSpPr>
      <dsp:spPr>
        <a:xfrm>
          <a:off x="0" y="1148457"/>
          <a:ext cx="6933363" cy="1148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Old clients still need to work (backward compatibility)</a:t>
          </a:r>
        </a:p>
      </dsp:txBody>
      <dsp:txXfrm>
        <a:off x="0" y="1148457"/>
        <a:ext cx="6933363" cy="1148457"/>
      </dsp:txXfrm>
    </dsp:sp>
    <dsp:sp modelId="{1A2AECA0-8207-4F60-A5F9-D1A22EFDEC5E}">
      <dsp:nvSpPr>
        <dsp:cNvPr id="0" name=""/>
        <dsp:cNvSpPr/>
      </dsp:nvSpPr>
      <dsp:spPr>
        <a:xfrm>
          <a:off x="0" y="2296914"/>
          <a:ext cx="69333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CF8C7-F313-4CF7-B8EF-8278E3E62BBD}">
      <dsp:nvSpPr>
        <dsp:cNvPr id="0" name=""/>
        <dsp:cNvSpPr/>
      </dsp:nvSpPr>
      <dsp:spPr>
        <a:xfrm>
          <a:off x="0" y="2296914"/>
          <a:ext cx="6933363" cy="1148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Removing old features can break dependent systems</a:t>
          </a:r>
        </a:p>
      </dsp:txBody>
      <dsp:txXfrm>
        <a:off x="0" y="2296914"/>
        <a:ext cx="6933363" cy="1148457"/>
      </dsp:txXfrm>
    </dsp:sp>
    <dsp:sp modelId="{C3480EB3-89DE-49AD-8A19-A05B9C25F34C}">
      <dsp:nvSpPr>
        <dsp:cNvPr id="0" name=""/>
        <dsp:cNvSpPr/>
      </dsp:nvSpPr>
      <dsp:spPr>
        <a:xfrm>
          <a:off x="0" y="3445371"/>
          <a:ext cx="69333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09B65-C183-4D66-8F97-F4A966A93BC8}">
      <dsp:nvSpPr>
        <dsp:cNvPr id="0" name=""/>
        <dsp:cNvSpPr/>
      </dsp:nvSpPr>
      <dsp:spPr>
        <a:xfrm>
          <a:off x="0" y="3445371"/>
          <a:ext cx="6933363" cy="1148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Multiple versions must coexist temporarily</a:t>
          </a:r>
        </a:p>
      </dsp:txBody>
      <dsp:txXfrm>
        <a:off x="0" y="3445371"/>
        <a:ext cx="6933363" cy="114845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1E8921-DD3B-476F-BD14-6CB7DC9C5F1B}">
      <dsp:nvSpPr>
        <dsp:cNvPr id="0" name=""/>
        <dsp:cNvSpPr/>
      </dsp:nvSpPr>
      <dsp:spPr>
        <a:xfrm>
          <a:off x="0" y="560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63F630-0103-4052-967F-5E03248BA54E}">
      <dsp:nvSpPr>
        <dsp:cNvPr id="0" name=""/>
        <dsp:cNvSpPr/>
      </dsp:nvSpPr>
      <dsp:spPr>
        <a:xfrm>
          <a:off x="396941" y="295806"/>
          <a:ext cx="721711" cy="721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EC320-343B-46B4-A484-A5E25082B7AE}">
      <dsp:nvSpPr>
        <dsp:cNvPr id="0" name=""/>
        <dsp:cNvSpPr/>
      </dsp:nvSpPr>
      <dsp:spPr>
        <a:xfrm>
          <a:off x="1515593" y="560"/>
          <a:ext cx="4794110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URL Path – Clear, Visible</a:t>
          </a:r>
          <a:endParaRPr lang="en-US" sz="2500" kern="1200"/>
        </a:p>
      </dsp:txBody>
      <dsp:txXfrm>
        <a:off x="1515593" y="560"/>
        <a:ext cx="4794110" cy="1312201"/>
      </dsp:txXfrm>
    </dsp:sp>
    <dsp:sp modelId="{96C677EF-868A-4A6E-8441-CD4B51F88CB3}">
      <dsp:nvSpPr>
        <dsp:cNvPr id="0" name=""/>
        <dsp:cNvSpPr/>
      </dsp:nvSpPr>
      <dsp:spPr>
        <a:xfrm>
          <a:off x="6309703" y="560"/>
          <a:ext cx="434387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/api/v1/customers</a:t>
          </a:r>
        </a:p>
      </dsp:txBody>
      <dsp:txXfrm>
        <a:off x="6309703" y="560"/>
        <a:ext cx="4343875" cy="1312201"/>
      </dsp:txXfrm>
    </dsp:sp>
    <dsp:sp modelId="{B8737E4F-47A0-494A-A785-FF29CE0E2362}">
      <dsp:nvSpPr>
        <dsp:cNvPr id="0" name=""/>
        <dsp:cNvSpPr/>
      </dsp:nvSpPr>
      <dsp:spPr>
        <a:xfrm>
          <a:off x="0" y="1640813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1BA00D-1B4D-4D66-B334-AA92BE4EAC1F}">
      <dsp:nvSpPr>
        <dsp:cNvPr id="0" name=""/>
        <dsp:cNvSpPr/>
      </dsp:nvSpPr>
      <dsp:spPr>
        <a:xfrm>
          <a:off x="396941" y="1936058"/>
          <a:ext cx="721711" cy="721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13809-104E-4AF2-BD53-01405D5AE785}">
      <dsp:nvSpPr>
        <dsp:cNvPr id="0" name=""/>
        <dsp:cNvSpPr/>
      </dsp:nvSpPr>
      <dsp:spPr>
        <a:xfrm>
          <a:off x="1515593" y="1640813"/>
          <a:ext cx="4794110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Header - Abstracted</a:t>
          </a:r>
          <a:endParaRPr lang="en-US" sz="2500" kern="1200"/>
        </a:p>
      </dsp:txBody>
      <dsp:txXfrm>
        <a:off x="1515593" y="1640813"/>
        <a:ext cx="4794110" cy="1312201"/>
      </dsp:txXfrm>
    </dsp:sp>
    <dsp:sp modelId="{5E846A8A-06D0-49BE-872B-79C9FB732E56}">
      <dsp:nvSpPr>
        <dsp:cNvPr id="0" name=""/>
        <dsp:cNvSpPr/>
      </dsp:nvSpPr>
      <dsp:spPr>
        <a:xfrm>
          <a:off x="6309703" y="1640813"/>
          <a:ext cx="434387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Accept: application/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vnd.api.v1+json</a:t>
          </a:r>
        </a:p>
      </dsp:txBody>
      <dsp:txXfrm>
        <a:off x="6309703" y="1640813"/>
        <a:ext cx="4343875" cy="1312201"/>
      </dsp:txXfrm>
    </dsp:sp>
    <dsp:sp modelId="{85D2CF2E-8B1E-47CC-874C-BD51D64CC2B4}">
      <dsp:nvSpPr>
        <dsp:cNvPr id="0" name=""/>
        <dsp:cNvSpPr/>
      </dsp:nvSpPr>
      <dsp:spPr>
        <a:xfrm>
          <a:off x="0" y="3281065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87DB6F-D7E9-4354-9270-1A5F0DEF4502}">
      <dsp:nvSpPr>
        <dsp:cNvPr id="0" name=""/>
        <dsp:cNvSpPr/>
      </dsp:nvSpPr>
      <dsp:spPr>
        <a:xfrm>
          <a:off x="396941" y="3576310"/>
          <a:ext cx="721711" cy="721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4FFCA3-E094-46A3-B3B5-72BDFBC82322}">
      <dsp:nvSpPr>
        <dsp:cNvPr id="0" name=""/>
        <dsp:cNvSpPr/>
      </dsp:nvSpPr>
      <dsp:spPr>
        <a:xfrm>
          <a:off x="1515593" y="3281065"/>
          <a:ext cx="4794110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Query Param - Flexible</a:t>
          </a:r>
          <a:endParaRPr lang="en-US" sz="2500" kern="1200"/>
        </a:p>
      </dsp:txBody>
      <dsp:txXfrm>
        <a:off x="1515593" y="3281065"/>
        <a:ext cx="4794110" cy="1312201"/>
      </dsp:txXfrm>
    </dsp:sp>
    <dsp:sp modelId="{8D3F1F6A-DD17-4378-A524-A4BF4FF03723}">
      <dsp:nvSpPr>
        <dsp:cNvPr id="0" name=""/>
        <dsp:cNvSpPr/>
      </dsp:nvSpPr>
      <dsp:spPr>
        <a:xfrm>
          <a:off x="6309703" y="3281065"/>
          <a:ext cx="434387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/api/customers?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version=1.0</a:t>
          </a:r>
        </a:p>
      </dsp:txBody>
      <dsp:txXfrm>
        <a:off x="6309703" y="3281065"/>
        <a:ext cx="4343875" cy="131220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1AE0FD-B039-40E1-9EBE-8C292B498AC5}">
      <dsp:nvSpPr>
        <dsp:cNvPr id="0" name=""/>
        <dsp:cNvSpPr/>
      </dsp:nvSpPr>
      <dsp:spPr>
        <a:xfrm>
          <a:off x="178" y="738040"/>
          <a:ext cx="2160832" cy="25929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442" tIns="0" rIns="213442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Additive Changes Only:</a:t>
          </a:r>
          <a:r>
            <a:rPr lang="en-US" sz="1200" kern="1200"/>
            <a:t> Add new fields/endpoints, don't remove or rename old ones</a:t>
          </a:r>
        </a:p>
      </dsp:txBody>
      <dsp:txXfrm>
        <a:off x="178" y="1775240"/>
        <a:ext cx="2160832" cy="1555799"/>
      </dsp:txXfrm>
    </dsp:sp>
    <dsp:sp modelId="{D0E1866E-0FB5-4A27-84CC-D1AD832FFC14}">
      <dsp:nvSpPr>
        <dsp:cNvPr id="0" name=""/>
        <dsp:cNvSpPr/>
      </dsp:nvSpPr>
      <dsp:spPr>
        <a:xfrm>
          <a:off x="178" y="738040"/>
          <a:ext cx="2160832" cy="103719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442" tIns="165100" rIns="213442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01</a:t>
          </a:r>
        </a:p>
      </dsp:txBody>
      <dsp:txXfrm>
        <a:off x="178" y="738040"/>
        <a:ext cx="2160832" cy="1037199"/>
      </dsp:txXfrm>
    </dsp:sp>
    <dsp:sp modelId="{C9903186-0EAD-461E-A9A4-EAC6D521457A}">
      <dsp:nvSpPr>
        <dsp:cNvPr id="0" name=""/>
        <dsp:cNvSpPr/>
      </dsp:nvSpPr>
      <dsp:spPr>
        <a:xfrm>
          <a:off x="2333878" y="738040"/>
          <a:ext cx="2160832" cy="2592999"/>
        </a:xfrm>
        <a:prstGeom prst="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accent2">
              <a:hueOff val="-347110"/>
              <a:satOff val="-7210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442" tIns="0" rIns="213442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Deprecation Warnings:</a:t>
          </a:r>
          <a:r>
            <a:rPr lang="en-US" sz="1200" kern="1200"/>
            <a:t> Use HTTP headers to warn about upcoming changes (X-API-Deprecation)</a:t>
          </a:r>
        </a:p>
      </dsp:txBody>
      <dsp:txXfrm>
        <a:off x="2333878" y="1775240"/>
        <a:ext cx="2160832" cy="1555799"/>
      </dsp:txXfrm>
    </dsp:sp>
    <dsp:sp modelId="{6CC636ED-7026-449C-9536-F44615DF3A43}">
      <dsp:nvSpPr>
        <dsp:cNvPr id="0" name=""/>
        <dsp:cNvSpPr/>
      </dsp:nvSpPr>
      <dsp:spPr>
        <a:xfrm>
          <a:off x="2333878" y="738040"/>
          <a:ext cx="2160832" cy="103719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442" tIns="165100" rIns="213442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02</a:t>
          </a:r>
        </a:p>
      </dsp:txBody>
      <dsp:txXfrm>
        <a:off x="2333878" y="738040"/>
        <a:ext cx="2160832" cy="1037199"/>
      </dsp:txXfrm>
    </dsp:sp>
    <dsp:sp modelId="{35D712AA-BEEE-48E1-A52A-7220BCA73CAE}">
      <dsp:nvSpPr>
        <dsp:cNvPr id="0" name=""/>
        <dsp:cNvSpPr/>
      </dsp:nvSpPr>
      <dsp:spPr>
        <a:xfrm>
          <a:off x="4667577" y="738040"/>
          <a:ext cx="2160832" cy="2592999"/>
        </a:xfrm>
        <a:prstGeom prst="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accent2">
              <a:hueOff val="-694219"/>
              <a:satOff val="-14421"/>
              <a:lumOff val="-3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442" tIns="0" rIns="213442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Semantic Versioning:</a:t>
          </a:r>
          <a:r>
            <a:rPr lang="en-US" sz="1200" kern="1200"/>
            <a:t> Follow MAJOR.MINOR.PATCH (v2.1.3) to signal breaking changes</a:t>
          </a:r>
        </a:p>
      </dsp:txBody>
      <dsp:txXfrm>
        <a:off x="4667577" y="1775240"/>
        <a:ext cx="2160832" cy="1555799"/>
      </dsp:txXfrm>
    </dsp:sp>
    <dsp:sp modelId="{6C269C68-CEB9-46BB-AFA8-5DFC1BF9ECDE}">
      <dsp:nvSpPr>
        <dsp:cNvPr id="0" name=""/>
        <dsp:cNvSpPr/>
      </dsp:nvSpPr>
      <dsp:spPr>
        <a:xfrm>
          <a:off x="4667577" y="738040"/>
          <a:ext cx="2160832" cy="103719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442" tIns="165100" rIns="213442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03</a:t>
          </a:r>
        </a:p>
      </dsp:txBody>
      <dsp:txXfrm>
        <a:off x="4667577" y="738040"/>
        <a:ext cx="2160832" cy="1037199"/>
      </dsp:txXfrm>
    </dsp:sp>
    <dsp:sp modelId="{C24B9390-D243-4F03-BF70-801161F5D66B}">
      <dsp:nvSpPr>
        <dsp:cNvPr id="0" name=""/>
        <dsp:cNvSpPr/>
      </dsp:nvSpPr>
      <dsp:spPr>
        <a:xfrm>
          <a:off x="7001276" y="738040"/>
          <a:ext cx="2160832" cy="2592999"/>
        </a:xfrm>
        <a:prstGeom prst="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442" tIns="0" rIns="213442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Testing:</a:t>
          </a:r>
          <a:r>
            <a:rPr lang="en-US" sz="1200" kern="1200"/>
            <a:t> Maintain automated tests against all active API versions</a:t>
          </a:r>
        </a:p>
      </dsp:txBody>
      <dsp:txXfrm>
        <a:off x="7001276" y="1775240"/>
        <a:ext cx="2160832" cy="1555799"/>
      </dsp:txXfrm>
    </dsp:sp>
    <dsp:sp modelId="{3AE1EED2-7077-4FBC-BC2E-27AA3C9D965F}">
      <dsp:nvSpPr>
        <dsp:cNvPr id="0" name=""/>
        <dsp:cNvSpPr/>
      </dsp:nvSpPr>
      <dsp:spPr>
        <a:xfrm>
          <a:off x="7001276" y="738040"/>
          <a:ext cx="2160832" cy="103719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442" tIns="165100" rIns="213442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04</a:t>
          </a:r>
        </a:p>
      </dsp:txBody>
      <dsp:txXfrm>
        <a:off x="7001276" y="738040"/>
        <a:ext cx="2160832" cy="103719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B4707-18E9-448F-91F1-75A49E2C85B9}">
      <dsp:nvSpPr>
        <dsp:cNvPr id="0" name=""/>
        <dsp:cNvSpPr/>
      </dsp:nvSpPr>
      <dsp:spPr>
        <a:xfrm>
          <a:off x="1507240" y="2072"/>
          <a:ext cx="6028962" cy="90928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30959" rIns="116979" bIns="23095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Master three critical service design patterns: Saga, Circuit Breaker, API Gateway</a:t>
          </a:r>
        </a:p>
      </dsp:txBody>
      <dsp:txXfrm>
        <a:off x="1507240" y="2072"/>
        <a:ext cx="6028962" cy="909288"/>
      </dsp:txXfrm>
    </dsp:sp>
    <dsp:sp modelId="{4850A6B2-7E8B-4730-B4E4-5394BC0208CA}">
      <dsp:nvSpPr>
        <dsp:cNvPr id="0" name=""/>
        <dsp:cNvSpPr/>
      </dsp:nvSpPr>
      <dsp:spPr>
        <a:xfrm>
          <a:off x="0" y="2072"/>
          <a:ext cx="1507240" cy="9092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89817" rIns="79758" bIns="8981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Master</a:t>
          </a:r>
        </a:p>
      </dsp:txBody>
      <dsp:txXfrm>
        <a:off x="0" y="2072"/>
        <a:ext cx="1507240" cy="909288"/>
      </dsp:txXfrm>
    </dsp:sp>
    <dsp:sp modelId="{C18BF7BD-8E9B-49C4-96CA-8775410F5D2C}">
      <dsp:nvSpPr>
        <dsp:cNvPr id="0" name=""/>
        <dsp:cNvSpPr/>
      </dsp:nvSpPr>
      <dsp:spPr>
        <a:xfrm>
          <a:off x="1507240" y="965917"/>
          <a:ext cx="6028962" cy="90928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30959" rIns="116979" bIns="23095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Understand synchronous vs asynchronous communication patterns</a:t>
          </a:r>
        </a:p>
      </dsp:txBody>
      <dsp:txXfrm>
        <a:off x="1507240" y="965917"/>
        <a:ext cx="6028962" cy="909288"/>
      </dsp:txXfrm>
    </dsp:sp>
    <dsp:sp modelId="{7C390003-6755-49AA-81E8-7AE9DFC7385B}">
      <dsp:nvSpPr>
        <dsp:cNvPr id="0" name=""/>
        <dsp:cNvSpPr/>
      </dsp:nvSpPr>
      <dsp:spPr>
        <a:xfrm>
          <a:off x="0" y="965917"/>
          <a:ext cx="1507240" cy="9092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89817" rIns="79758" bIns="8981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</a:t>
          </a:r>
        </a:p>
      </dsp:txBody>
      <dsp:txXfrm>
        <a:off x="0" y="965917"/>
        <a:ext cx="1507240" cy="909288"/>
      </dsp:txXfrm>
    </dsp:sp>
    <dsp:sp modelId="{02779477-EB82-4198-9CE0-5583F3D85BB4}">
      <dsp:nvSpPr>
        <dsp:cNvPr id="0" name=""/>
        <dsp:cNvSpPr/>
      </dsp:nvSpPr>
      <dsp:spPr>
        <a:xfrm>
          <a:off x="1507240" y="1929762"/>
          <a:ext cx="6028962" cy="90928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30959" rIns="116979" bIns="23095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Compare Request-Reply vs Publish-Subscribe messaging</a:t>
          </a:r>
        </a:p>
      </dsp:txBody>
      <dsp:txXfrm>
        <a:off x="1507240" y="1929762"/>
        <a:ext cx="6028962" cy="909288"/>
      </dsp:txXfrm>
    </dsp:sp>
    <dsp:sp modelId="{289B9A30-0DE5-4459-BB83-58C213716468}">
      <dsp:nvSpPr>
        <dsp:cNvPr id="0" name=""/>
        <dsp:cNvSpPr/>
      </dsp:nvSpPr>
      <dsp:spPr>
        <a:xfrm>
          <a:off x="0" y="1929762"/>
          <a:ext cx="1507240" cy="90928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89817" rIns="79758" bIns="8981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Compare</a:t>
          </a:r>
        </a:p>
      </dsp:txBody>
      <dsp:txXfrm>
        <a:off x="0" y="1929762"/>
        <a:ext cx="1507240" cy="909288"/>
      </dsp:txXfrm>
    </dsp:sp>
    <dsp:sp modelId="{11451BFF-B2E8-4794-B2F2-0197389210B7}">
      <dsp:nvSpPr>
        <dsp:cNvPr id="0" name=""/>
        <dsp:cNvSpPr/>
      </dsp:nvSpPr>
      <dsp:spPr>
        <a:xfrm>
          <a:off x="1507240" y="2893608"/>
          <a:ext cx="6028962" cy="90928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30959" rIns="116979" bIns="23095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Learn data consistency patterns for distributed systems</a:t>
          </a:r>
        </a:p>
      </dsp:txBody>
      <dsp:txXfrm>
        <a:off x="1507240" y="2893608"/>
        <a:ext cx="6028962" cy="909288"/>
      </dsp:txXfrm>
    </dsp:sp>
    <dsp:sp modelId="{ADE944B8-9ED3-415E-B6D7-0A0CD8CEEC72}">
      <dsp:nvSpPr>
        <dsp:cNvPr id="0" name=""/>
        <dsp:cNvSpPr/>
      </dsp:nvSpPr>
      <dsp:spPr>
        <a:xfrm>
          <a:off x="0" y="2893608"/>
          <a:ext cx="1507240" cy="9092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89817" rIns="79758" bIns="8981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</a:t>
          </a:r>
        </a:p>
      </dsp:txBody>
      <dsp:txXfrm>
        <a:off x="0" y="2893608"/>
        <a:ext cx="1507240" cy="909288"/>
      </dsp:txXfrm>
    </dsp:sp>
    <dsp:sp modelId="{26F4B6BF-3783-4C34-A29F-C66E29AE4DFA}">
      <dsp:nvSpPr>
        <dsp:cNvPr id="0" name=""/>
        <dsp:cNvSpPr/>
      </dsp:nvSpPr>
      <dsp:spPr>
        <a:xfrm>
          <a:off x="1507240" y="3857453"/>
          <a:ext cx="6028962" cy="909288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30959" rIns="116979" bIns="23095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Apply patterns to your group project architecture</a:t>
          </a:r>
        </a:p>
      </dsp:txBody>
      <dsp:txXfrm>
        <a:off x="1507240" y="3857453"/>
        <a:ext cx="6028962" cy="909288"/>
      </dsp:txXfrm>
    </dsp:sp>
    <dsp:sp modelId="{E368A5BC-4E95-49BF-B8D3-C2649951F0A2}">
      <dsp:nvSpPr>
        <dsp:cNvPr id="0" name=""/>
        <dsp:cNvSpPr/>
      </dsp:nvSpPr>
      <dsp:spPr>
        <a:xfrm>
          <a:off x="0" y="3857453"/>
          <a:ext cx="1507240" cy="90928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89817" rIns="79758" bIns="8981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Apply</a:t>
          </a:r>
        </a:p>
      </dsp:txBody>
      <dsp:txXfrm>
        <a:off x="0" y="3857453"/>
        <a:ext cx="1507240" cy="90928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9840CC-1867-454A-A14E-40D056E622E9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96F31-AE9C-465E-B4F0-83FE535DE208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6CDDC-1085-4A90-A220-A9E2CD080CE0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Saga Pattern</a:t>
          </a:r>
          <a:r>
            <a:rPr lang="en-US" sz="2500" kern="1200" dirty="0"/>
            <a:t>: Managing distributed transactions</a:t>
          </a:r>
        </a:p>
      </dsp:txBody>
      <dsp:txXfrm>
        <a:off x="1909124" y="706"/>
        <a:ext cx="5040315" cy="1652921"/>
      </dsp:txXfrm>
    </dsp:sp>
    <dsp:sp modelId="{27AB0519-6D64-463E-9F43-17F1E7AD998B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44DB9-842F-4902-B435-63F660880E1E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B8250-E802-4A3F-BF42-4BA533B2FAE6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Circuit Breaker</a:t>
          </a:r>
          <a:r>
            <a:rPr lang="en-US" sz="2500" kern="1200" dirty="0"/>
            <a:t>: Preventing cascading failures </a:t>
          </a:r>
        </a:p>
      </dsp:txBody>
      <dsp:txXfrm>
        <a:off x="1909124" y="2066858"/>
        <a:ext cx="5040315" cy="1652921"/>
      </dsp:txXfrm>
    </dsp:sp>
    <dsp:sp modelId="{904E0FBE-AB7A-4812-B903-377078563CB6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B3BF0-9C2C-4903-8DF2-79D7327F0C44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6B65C-D726-4F25-A7E6-769CE511E82A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API Gateway</a:t>
          </a:r>
          <a:r>
            <a:rPr lang="en-US" sz="2500" kern="1200" dirty="0"/>
            <a:t>: Unified service entry point</a:t>
          </a:r>
        </a:p>
      </dsp:txBody>
      <dsp:txXfrm>
        <a:off x="1909124" y="4133010"/>
        <a:ext cx="5040315" cy="165292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A133A-7D80-4509-AF32-43F0B5F783ED}">
      <dsp:nvSpPr>
        <dsp:cNvPr id="0" name=""/>
        <dsp:cNvSpPr/>
      </dsp:nvSpPr>
      <dsp:spPr>
        <a:xfrm>
          <a:off x="8777" y="660406"/>
          <a:ext cx="3473682" cy="1042104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71" tIns="128671" rIns="128671" bIns="12867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CLOSED: </a:t>
          </a:r>
        </a:p>
      </dsp:txBody>
      <dsp:txXfrm>
        <a:off x="321408" y="660406"/>
        <a:ext cx="2848420" cy="1042104"/>
      </dsp:txXfrm>
    </dsp:sp>
    <dsp:sp modelId="{B99E1D24-45F8-4E2B-9A3C-1CE0CCD3D4AF}">
      <dsp:nvSpPr>
        <dsp:cNvPr id="0" name=""/>
        <dsp:cNvSpPr/>
      </dsp:nvSpPr>
      <dsp:spPr>
        <a:xfrm>
          <a:off x="8777" y="1702511"/>
          <a:ext cx="3161051" cy="170351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793" tIns="249793" rIns="249793" bIns="499587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Normal operation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Requests pass through</a:t>
          </a:r>
        </a:p>
      </dsp:txBody>
      <dsp:txXfrm>
        <a:off x="8777" y="1702511"/>
        <a:ext cx="3161051" cy="1703512"/>
      </dsp:txXfrm>
    </dsp:sp>
    <dsp:sp modelId="{04F5C4FE-39FA-4115-90BA-FB5251325304}">
      <dsp:nvSpPr>
        <dsp:cNvPr id="0" name=""/>
        <dsp:cNvSpPr/>
      </dsp:nvSpPr>
      <dsp:spPr>
        <a:xfrm>
          <a:off x="3430833" y="660406"/>
          <a:ext cx="3473682" cy="1042104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71" tIns="128671" rIns="128671" bIns="12867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OPEN</a:t>
          </a:r>
        </a:p>
      </dsp:txBody>
      <dsp:txXfrm>
        <a:off x="3743464" y="660406"/>
        <a:ext cx="2848420" cy="1042104"/>
      </dsp:txXfrm>
    </dsp:sp>
    <dsp:sp modelId="{BB96A92E-D761-430A-87E9-03A4B1176906}">
      <dsp:nvSpPr>
        <dsp:cNvPr id="0" name=""/>
        <dsp:cNvSpPr/>
      </dsp:nvSpPr>
      <dsp:spPr>
        <a:xfrm>
          <a:off x="3430833" y="1702511"/>
          <a:ext cx="3161051" cy="170351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793" tIns="249793" rIns="249793" bIns="499587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Failures exceeded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Fail fast, no requests</a:t>
          </a:r>
        </a:p>
      </dsp:txBody>
      <dsp:txXfrm>
        <a:off x="3430833" y="1702511"/>
        <a:ext cx="3161051" cy="1703512"/>
      </dsp:txXfrm>
    </dsp:sp>
    <dsp:sp modelId="{EA14A395-4027-4E78-B386-302DD61047BE}">
      <dsp:nvSpPr>
        <dsp:cNvPr id="0" name=""/>
        <dsp:cNvSpPr/>
      </dsp:nvSpPr>
      <dsp:spPr>
        <a:xfrm>
          <a:off x="6852890" y="660406"/>
          <a:ext cx="3473682" cy="1042104"/>
        </a:xfrm>
        <a:prstGeom prst="chevron">
          <a:avLst>
            <a:gd name="adj" fmla="val 3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71" tIns="128671" rIns="128671" bIns="12867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HALF-OPEN</a:t>
          </a:r>
        </a:p>
      </dsp:txBody>
      <dsp:txXfrm>
        <a:off x="7165521" y="660406"/>
        <a:ext cx="2848420" cy="1042104"/>
      </dsp:txXfrm>
    </dsp:sp>
    <dsp:sp modelId="{53A757CE-FF50-41AB-9B8B-428C42C91024}">
      <dsp:nvSpPr>
        <dsp:cNvPr id="0" name=""/>
        <dsp:cNvSpPr/>
      </dsp:nvSpPr>
      <dsp:spPr>
        <a:xfrm>
          <a:off x="6852890" y="1702511"/>
          <a:ext cx="3161051" cy="170351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793" tIns="249793" rIns="249793" bIns="499587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Testing recovery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Limited requests allowed</a:t>
          </a:r>
        </a:p>
      </dsp:txBody>
      <dsp:txXfrm>
        <a:off x="6852890" y="1702511"/>
        <a:ext cx="3161051" cy="170351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80903-1E27-42EF-8D97-253680D9B3B1}">
      <dsp:nvSpPr>
        <dsp:cNvPr id="0" name=""/>
        <dsp:cNvSpPr/>
      </dsp:nvSpPr>
      <dsp:spPr>
        <a:xfrm>
          <a:off x="2132271" y="1936"/>
          <a:ext cx="8529084" cy="10028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488" tIns="254728" rIns="165488" bIns="25472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Coordinating steps across services, need rollback capability</a:t>
          </a:r>
        </a:p>
      </dsp:txBody>
      <dsp:txXfrm>
        <a:off x="2132271" y="1936"/>
        <a:ext cx="8529084" cy="1002864"/>
      </dsp:txXfrm>
    </dsp:sp>
    <dsp:sp modelId="{5CC104CA-C04A-46D5-B132-231EF496E0B5}">
      <dsp:nvSpPr>
        <dsp:cNvPr id="0" name=""/>
        <dsp:cNvSpPr/>
      </dsp:nvSpPr>
      <dsp:spPr>
        <a:xfrm>
          <a:off x="0" y="1936"/>
          <a:ext cx="2132271" cy="10028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833" tIns="99061" rIns="112833" bIns="990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Saga</a:t>
          </a:r>
        </a:p>
      </dsp:txBody>
      <dsp:txXfrm>
        <a:off x="0" y="1936"/>
        <a:ext cx="2132271" cy="1002864"/>
      </dsp:txXfrm>
    </dsp:sp>
    <dsp:sp modelId="{EFA6914E-7860-4716-A781-B53AC023FE54}">
      <dsp:nvSpPr>
        <dsp:cNvPr id="0" name=""/>
        <dsp:cNvSpPr/>
      </dsp:nvSpPr>
      <dsp:spPr>
        <a:xfrm>
          <a:off x="2132271" y="1064972"/>
          <a:ext cx="8529084" cy="10028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488" tIns="254728" rIns="165488" bIns="25472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Calling potentially failing services, preventing cascades</a:t>
          </a:r>
        </a:p>
      </dsp:txBody>
      <dsp:txXfrm>
        <a:off x="2132271" y="1064972"/>
        <a:ext cx="8529084" cy="1002864"/>
      </dsp:txXfrm>
    </dsp:sp>
    <dsp:sp modelId="{BA091EEA-692E-4BB0-9FCA-F80187C79379}">
      <dsp:nvSpPr>
        <dsp:cNvPr id="0" name=""/>
        <dsp:cNvSpPr/>
      </dsp:nvSpPr>
      <dsp:spPr>
        <a:xfrm>
          <a:off x="0" y="1064972"/>
          <a:ext cx="2132271" cy="10028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833" tIns="99061" rIns="112833" bIns="990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Circuit Breaker</a:t>
          </a:r>
        </a:p>
      </dsp:txBody>
      <dsp:txXfrm>
        <a:off x="0" y="1064972"/>
        <a:ext cx="2132271" cy="1002864"/>
      </dsp:txXfrm>
    </dsp:sp>
    <dsp:sp modelId="{915A0417-6D8F-4556-8FCB-477ADC5E7D30}">
      <dsp:nvSpPr>
        <dsp:cNvPr id="0" name=""/>
        <dsp:cNvSpPr/>
      </dsp:nvSpPr>
      <dsp:spPr>
        <a:xfrm>
          <a:off x="2132271" y="2128008"/>
          <a:ext cx="8529084" cy="10028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488" tIns="254728" rIns="165488" bIns="25472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Multiple clients need consistent interface to many services</a:t>
          </a:r>
        </a:p>
      </dsp:txBody>
      <dsp:txXfrm>
        <a:off x="2132271" y="2128008"/>
        <a:ext cx="8529084" cy="1002864"/>
      </dsp:txXfrm>
    </dsp:sp>
    <dsp:sp modelId="{41D4F607-6C68-4CCB-9BBA-8E549367E019}">
      <dsp:nvSpPr>
        <dsp:cNvPr id="0" name=""/>
        <dsp:cNvSpPr/>
      </dsp:nvSpPr>
      <dsp:spPr>
        <a:xfrm>
          <a:off x="0" y="2128008"/>
          <a:ext cx="2132271" cy="10028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833" tIns="99061" rIns="112833" bIns="990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API Gateway </a:t>
          </a:r>
        </a:p>
      </dsp:txBody>
      <dsp:txXfrm>
        <a:off x="0" y="2128008"/>
        <a:ext cx="2132271" cy="1002864"/>
      </dsp:txXfrm>
    </dsp:sp>
    <dsp:sp modelId="{EAF5D502-3CD8-444F-B871-1DC2A7BBF521}">
      <dsp:nvSpPr>
        <dsp:cNvPr id="0" name=""/>
        <dsp:cNvSpPr/>
      </dsp:nvSpPr>
      <dsp:spPr>
        <a:xfrm>
          <a:off x="2132271" y="3191045"/>
          <a:ext cx="8529084" cy="10028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488" tIns="254728" rIns="165488" bIns="25472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Services can work independently, loose coupling needed</a:t>
          </a:r>
        </a:p>
      </dsp:txBody>
      <dsp:txXfrm>
        <a:off x="2132271" y="3191045"/>
        <a:ext cx="8529084" cy="1002864"/>
      </dsp:txXfrm>
    </dsp:sp>
    <dsp:sp modelId="{79521620-E005-4016-939E-43BBE0938635}">
      <dsp:nvSpPr>
        <dsp:cNvPr id="0" name=""/>
        <dsp:cNvSpPr/>
      </dsp:nvSpPr>
      <dsp:spPr>
        <a:xfrm>
          <a:off x="0" y="3191045"/>
          <a:ext cx="2132271" cy="10028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833" tIns="99061" rIns="112833" bIns="990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Async Messaging </a:t>
          </a:r>
        </a:p>
      </dsp:txBody>
      <dsp:txXfrm>
        <a:off x="0" y="3191045"/>
        <a:ext cx="2132271" cy="100286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AC42D-7ABD-4D01-B806-A841B8348C0D}">
      <dsp:nvSpPr>
        <dsp:cNvPr id="0" name=""/>
        <dsp:cNvSpPr/>
      </dsp:nvSpPr>
      <dsp:spPr>
        <a:xfrm>
          <a:off x="0" y="749523"/>
          <a:ext cx="10653579" cy="13754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BBB03-41F1-41A5-B618-34802557B006}">
      <dsp:nvSpPr>
        <dsp:cNvPr id="0" name=""/>
        <dsp:cNvSpPr/>
      </dsp:nvSpPr>
      <dsp:spPr>
        <a:xfrm>
          <a:off x="416076" y="1059001"/>
          <a:ext cx="756501" cy="7565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9E28F8-636C-45BF-BBAA-62DB28732080}">
      <dsp:nvSpPr>
        <dsp:cNvPr id="0" name=""/>
        <dsp:cNvSpPr/>
      </dsp:nvSpPr>
      <dsp:spPr>
        <a:xfrm>
          <a:off x="1588654" y="749523"/>
          <a:ext cx="4794110" cy="1375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69" tIns="145569" rIns="145569" bIns="14556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SOA</a:t>
          </a:r>
        </a:p>
      </dsp:txBody>
      <dsp:txXfrm>
        <a:off x="1588654" y="749523"/>
        <a:ext cx="4794110" cy="1375458"/>
      </dsp:txXfrm>
    </dsp:sp>
    <dsp:sp modelId="{56DD6863-6458-4ABF-BCB3-53DFF99D8100}">
      <dsp:nvSpPr>
        <dsp:cNvPr id="0" name=""/>
        <dsp:cNvSpPr/>
      </dsp:nvSpPr>
      <dsp:spPr>
        <a:xfrm>
          <a:off x="6382764" y="749523"/>
          <a:ext cx="4269261" cy="1375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69" tIns="145569" rIns="145569" bIns="14556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Coarse-grained services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Shared data stores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ESB middleware required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Enterprise integration focus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Standardized platforms</a:t>
          </a:r>
        </a:p>
      </dsp:txBody>
      <dsp:txXfrm>
        <a:off x="6382764" y="749523"/>
        <a:ext cx="4269261" cy="1375458"/>
      </dsp:txXfrm>
    </dsp:sp>
    <dsp:sp modelId="{326E762A-23C0-44AD-A457-92876F7F5166}">
      <dsp:nvSpPr>
        <dsp:cNvPr id="0" name=""/>
        <dsp:cNvSpPr/>
      </dsp:nvSpPr>
      <dsp:spPr>
        <a:xfrm>
          <a:off x="0" y="2468846"/>
          <a:ext cx="10653579" cy="13754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BA598-BEE4-4B28-8CF4-62A5F45B657F}">
      <dsp:nvSpPr>
        <dsp:cNvPr id="0" name=""/>
        <dsp:cNvSpPr/>
      </dsp:nvSpPr>
      <dsp:spPr>
        <a:xfrm>
          <a:off x="416076" y="2778324"/>
          <a:ext cx="756501" cy="7565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2D418-F81D-4B2D-86C6-F90EFA579436}">
      <dsp:nvSpPr>
        <dsp:cNvPr id="0" name=""/>
        <dsp:cNvSpPr/>
      </dsp:nvSpPr>
      <dsp:spPr>
        <a:xfrm>
          <a:off x="1588654" y="2468846"/>
          <a:ext cx="4794110" cy="1375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69" tIns="145569" rIns="145569" bIns="14556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Microservice</a:t>
          </a:r>
        </a:p>
      </dsp:txBody>
      <dsp:txXfrm>
        <a:off x="1588654" y="2468846"/>
        <a:ext cx="4794110" cy="1375458"/>
      </dsp:txXfrm>
    </dsp:sp>
    <dsp:sp modelId="{37D949CC-EB27-45FD-8F6D-6B0CF446759B}">
      <dsp:nvSpPr>
        <dsp:cNvPr id="0" name=""/>
        <dsp:cNvSpPr/>
      </dsp:nvSpPr>
      <dsp:spPr>
        <a:xfrm>
          <a:off x="6382764" y="2468846"/>
          <a:ext cx="4269261" cy="1375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69" tIns="145569" rIns="145569" bIns="14556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Fine-grained services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Database-per-service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 APIs (REST, gRPC)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Business capability focus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Polyglot technology stack</a:t>
          </a:r>
        </a:p>
      </dsp:txBody>
      <dsp:txXfrm>
        <a:off x="6382764" y="2468846"/>
        <a:ext cx="4269261" cy="137545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48321-E7B1-40F3-BA84-B73285011D09}">
      <dsp:nvSpPr>
        <dsp:cNvPr id="0" name=""/>
        <dsp:cNvSpPr/>
      </dsp:nvSpPr>
      <dsp:spPr>
        <a:xfrm>
          <a:off x="0" y="663474"/>
          <a:ext cx="10335350" cy="12175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E5D7D-BF7B-4083-B975-5EE5AE396D24}">
      <dsp:nvSpPr>
        <dsp:cNvPr id="0" name=""/>
        <dsp:cNvSpPr/>
      </dsp:nvSpPr>
      <dsp:spPr>
        <a:xfrm>
          <a:off x="368308" y="937422"/>
          <a:ext cx="669651" cy="6696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C1B01-910D-4D93-B785-810E4DC032AA}">
      <dsp:nvSpPr>
        <dsp:cNvPr id="0" name=""/>
        <dsp:cNvSpPr/>
      </dsp:nvSpPr>
      <dsp:spPr>
        <a:xfrm>
          <a:off x="1406267" y="663474"/>
          <a:ext cx="4650907" cy="121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57" tIns="128857" rIns="128857" bIns="1288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✓ Benefits</a:t>
          </a:r>
          <a:endParaRPr lang="en-US" sz="2500" kern="1200"/>
        </a:p>
      </dsp:txBody>
      <dsp:txXfrm>
        <a:off x="1406267" y="663474"/>
        <a:ext cx="4650907" cy="1217547"/>
      </dsp:txXfrm>
    </dsp:sp>
    <dsp:sp modelId="{0B7E9077-01BF-4A8F-8441-D967D404B05C}">
      <dsp:nvSpPr>
        <dsp:cNvPr id="0" name=""/>
        <dsp:cNvSpPr/>
      </dsp:nvSpPr>
      <dsp:spPr>
        <a:xfrm>
          <a:off x="6057175" y="663474"/>
          <a:ext cx="4276800" cy="121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57" tIns="128857" rIns="128857" bIns="12885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Fine-grained services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Database-per-service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 APIs (REST, gRPC)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Business capability focus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Polyglot technology stack</a:t>
          </a:r>
        </a:p>
      </dsp:txBody>
      <dsp:txXfrm>
        <a:off x="6057175" y="663474"/>
        <a:ext cx="4276800" cy="1217547"/>
      </dsp:txXfrm>
    </dsp:sp>
    <dsp:sp modelId="{0A5D722F-FDD3-4B02-B4ED-4B38951C81F6}">
      <dsp:nvSpPr>
        <dsp:cNvPr id="0" name=""/>
        <dsp:cNvSpPr/>
      </dsp:nvSpPr>
      <dsp:spPr>
        <a:xfrm>
          <a:off x="0" y="2185408"/>
          <a:ext cx="10335350" cy="12175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72807-A3B7-4067-B8C1-F26E2F02E164}">
      <dsp:nvSpPr>
        <dsp:cNvPr id="0" name=""/>
        <dsp:cNvSpPr/>
      </dsp:nvSpPr>
      <dsp:spPr>
        <a:xfrm>
          <a:off x="368308" y="2459357"/>
          <a:ext cx="669651" cy="6696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673D5-EED3-42CF-9B35-BDB962E12CD6}">
      <dsp:nvSpPr>
        <dsp:cNvPr id="0" name=""/>
        <dsp:cNvSpPr/>
      </dsp:nvSpPr>
      <dsp:spPr>
        <a:xfrm>
          <a:off x="1406267" y="2185408"/>
          <a:ext cx="4650907" cy="121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57" tIns="128857" rIns="128857" bIns="1288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⚠ Challenges</a:t>
          </a:r>
        </a:p>
      </dsp:txBody>
      <dsp:txXfrm>
        <a:off x="1406267" y="2185408"/>
        <a:ext cx="4650907" cy="1217547"/>
      </dsp:txXfrm>
    </dsp:sp>
    <dsp:sp modelId="{132C9521-9079-4B52-B558-34FD06AF153E}">
      <dsp:nvSpPr>
        <dsp:cNvPr id="0" name=""/>
        <dsp:cNvSpPr/>
      </dsp:nvSpPr>
      <dsp:spPr>
        <a:xfrm>
          <a:off x="6057175" y="2185408"/>
          <a:ext cx="4276800" cy="1217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57" tIns="128857" rIns="128857" bIns="12885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Operational complexity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Network latency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consistency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Distributed debugging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Requires DevOps culture</a:t>
          </a:r>
        </a:p>
      </dsp:txBody>
      <dsp:txXfrm>
        <a:off x="6057175" y="2185408"/>
        <a:ext cx="4276800" cy="121754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BF697-A4A8-4799-AD1B-DD2C8358A18A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50AFB-FF4B-4D50-BE07-172DA8787293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Service Autonomy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Each service operates independently, owns its data, makes its own decisions</a:t>
          </a:r>
        </a:p>
      </dsp:txBody>
      <dsp:txXfrm>
        <a:off x="0" y="0"/>
        <a:ext cx="6949440" cy="1446659"/>
      </dsp:txXfrm>
    </dsp:sp>
    <dsp:sp modelId="{B3BF77EC-FEDF-4876-B84E-15C5D16FBA49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0D2C4-F0DB-4B53-BBFA-0E209DCAE77D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Business Alignment</a:t>
          </a:r>
          <a:r>
            <a:rPr lang="en-US" sz="2600" kern="1200"/>
            <a:t>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Services map to business capabilities, not technical layers</a:t>
          </a:r>
        </a:p>
      </dsp:txBody>
      <dsp:txXfrm>
        <a:off x="0" y="1446659"/>
        <a:ext cx="6949440" cy="1446659"/>
      </dsp:txXfrm>
    </dsp:sp>
    <dsp:sp modelId="{239AEE06-1D7D-4CD8-BE2F-0E0C70CCF39E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256D8-574D-422E-A0FE-C682D9FF250C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Resilience by Design</a:t>
          </a:r>
          <a:r>
            <a:rPr lang="en-US" sz="2600" kern="1200"/>
            <a:t>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System survives individual service failures</a:t>
          </a:r>
        </a:p>
      </dsp:txBody>
      <dsp:txXfrm>
        <a:off x="0" y="2893318"/>
        <a:ext cx="6949440" cy="1446659"/>
      </dsp:txXfrm>
    </dsp:sp>
    <dsp:sp modelId="{04A4AA24-5255-4B5F-920A-066663B00FA9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6FE76-6F6B-4591-9A3D-2878FA76303B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Observable</a:t>
          </a:r>
          <a:r>
            <a:rPr lang="en-US" sz="2600" kern="1200"/>
            <a:t>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All services instrumented for monitoring and debugging</a:t>
          </a:r>
        </a:p>
      </dsp:txBody>
      <dsp:txXfrm>
        <a:off x="0" y="4339978"/>
        <a:ext cx="6949440" cy="144665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2CC13-8DC6-43F6-88CF-0C32E4200602}">
      <dsp:nvSpPr>
        <dsp:cNvPr id="0" name=""/>
        <dsp:cNvSpPr/>
      </dsp:nvSpPr>
      <dsp:spPr>
        <a:xfrm>
          <a:off x="0" y="4213534"/>
          <a:ext cx="7536203" cy="5530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Deploy Independently:</a:t>
          </a:r>
          <a:r>
            <a:rPr lang="en-US" sz="1600" kern="1200"/>
            <a:t> Each service deployed separately</a:t>
          </a:r>
        </a:p>
      </dsp:txBody>
      <dsp:txXfrm>
        <a:off x="0" y="4213534"/>
        <a:ext cx="7536203" cy="553024"/>
      </dsp:txXfrm>
    </dsp:sp>
    <dsp:sp modelId="{FFD97C91-20D2-48CF-9B01-11CDE4E24C98}">
      <dsp:nvSpPr>
        <dsp:cNvPr id="0" name=""/>
        <dsp:cNvSpPr/>
      </dsp:nvSpPr>
      <dsp:spPr>
        <a:xfrm rot="10800000">
          <a:off x="0" y="3371278"/>
          <a:ext cx="7536203" cy="85055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Implement Communication:</a:t>
          </a:r>
          <a:r>
            <a:rPr lang="en-US" sz="1600" kern="1200"/>
            <a:t> Choose sync (REST/gRPC) or async (events)</a:t>
          </a:r>
        </a:p>
      </dsp:txBody>
      <dsp:txXfrm rot="10800000">
        <a:off x="0" y="3371278"/>
        <a:ext cx="7536203" cy="552663"/>
      </dsp:txXfrm>
    </dsp:sp>
    <dsp:sp modelId="{D8729B12-DE74-4CEF-9A29-FFEAB69E698A}">
      <dsp:nvSpPr>
        <dsp:cNvPr id="0" name=""/>
        <dsp:cNvSpPr/>
      </dsp:nvSpPr>
      <dsp:spPr>
        <a:xfrm rot="10800000">
          <a:off x="0" y="2529022"/>
          <a:ext cx="7536203" cy="850551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Plan Data Strategy:</a:t>
          </a:r>
          <a:r>
            <a:rPr lang="en-US" sz="1600" kern="1200"/>
            <a:t> Decide on database-per-service approach</a:t>
          </a:r>
        </a:p>
      </dsp:txBody>
      <dsp:txXfrm rot="10800000">
        <a:off x="0" y="2529022"/>
        <a:ext cx="7536203" cy="552663"/>
      </dsp:txXfrm>
    </dsp:sp>
    <dsp:sp modelId="{B8687547-D829-4C35-8A10-5CB09D6501F2}">
      <dsp:nvSpPr>
        <dsp:cNvPr id="0" name=""/>
        <dsp:cNvSpPr/>
      </dsp:nvSpPr>
      <dsp:spPr>
        <a:xfrm rot="10800000">
          <a:off x="0" y="1686767"/>
          <a:ext cx="7536203" cy="850551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Define APIs:</a:t>
          </a:r>
          <a:r>
            <a:rPr lang="en-US" sz="1600" kern="1200"/>
            <a:t> What data does each service expose and consume?</a:t>
          </a:r>
        </a:p>
      </dsp:txBody>
      <dsp:txXfrm rot="10800000">
        <a:off x="0" y="1686767"/>
        <a:ext cx="7536203" cy="552663"/>
      </dsp:txXfrm>
    </dsp:sp>
    <dsp:sp modelId="{223CD471-1A4D-4EF2-B92A-DDFA2F4819B6}">
      <dsp:nvSpPr>
        <dsp:cNvPr id="0" name=""/>
        <dsp:cNvSpPr/>
      </dsp:nvSpPr>
      <dsp:spPr>
        <a:xfrm rot="10800000">
          <a:off x="0" y="844511"/>
          <a:ext cx="7536203" cy="850551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Identify Boundaries:</a:t>
          </a:r>
          <a:r>
            <a:rPr lang="en-US" sz="1600" kern="1200"/>
            <a:t> Use DDD to find natural service boundaries</a:t>
          </a:r>
        </a:p>
      </dsp:txBody>
      <dsp:txXfrm rot="10800000">
        <a:off x="0" y="844511"/>
        <a:ext cx="7536203" cy="552663"/>
      </dsp:txXfrm>
    </dsp:sp>
    <dsp:sp modelId="{8403017B-0367-4A5C-B12A-E6E78AB5945F}">
      <dsp:nvSpPr>
        <dsp:cNvPr id="0" name=""/>
        <dsp:cNvSpPr/>
      </dsp:nvSpPr>
      <dsp:spPr>
        <a:xfrm rot="10800000">
          <a:off x="0" y="2255"/>
          <a:ext cx="7536203" cy="850551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Understand the Domain:</a:t>
          </a:r>
          <a:r>
            <a:rPr lang="en-US" sz="1600" kern="1200"/>
            <a:t> Map business capabilities and data flows</a:t>
          </a:r>
        </a:p>
      </dsp:txBody>
      <dsp:txXfrm rot="10800000">
        <a:off x="0" y="2255"/>
        <a:ext cx="7536203" cy="552663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A5DA9-4515-4AFA-927C-331A9ADEE203}">
      <dsp:nvSpPr>
        <dsp:cNvPr id="0" name=""/>
        <dsp:cNvSpPr/>
      </dsp:nvSpPr>
      <dsp:spPr>
        <a:xfrm>
          <a:off x="0" y="538"/>
          <a:ext cx="10945037" cy="1260936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8F5DF8-94C4-4BD7-BE2D-10B43AE16120}">
      <dsp:nvSpPr>
        <dsp:cNvPr id="0" name=""/>
        <dsp:cNvSpPr/>
      </dsp:nvSpPr>
      <dsp:spPr>
        <a:xfrm>
          <a:off x="381433" y="284249"/>
          <a:ext cx="693514" cy="69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B402AB-1CB5-4476-A377-113559DC75CA}">
      <dsp:nvSpPr>
        <dsp:cNvPr id="0" name=""/>
        <dsp:cNvSpPr/>
      </dsp:nvSpPr>
      <dsp:spPr>
        <a:xfrm>
          <a:off x="1456381" y="538"/>
          <a:ext cx="9488655" cy="126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449" tIns="133449" rIns="133449" bIns="13344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Key Advantage of Microservices:</a:t>
          </a:r>
          <a:r>
            <a:rPr lang="en-US" sz="2500" kern="1200"/>
            <a:t> Scale each service independently based on actual demand</a:t>
          </a:r>
        </a:p>
      </dsp:txBody>
      <dsp:txXfrm>
        <a:off x="1456381" y="538"/>
        <a:ext cx="9488655" cy="1260936"/>
      </dsp:txXfrm>
    </dsp:sp>
    <dsp:sp modelId="{025AD64C-0771-4FBC-A3B4-1054BE5565E8}">
      <dsp:nvSpPr>
        <dsp:cNvPr id="0" name=""/>
        <dsp:cNvSpPr/>
      </dsp:nvSpPr>
      <dsp:spPr>
        <a:xfrm>
          <a:off x="0" y="1576708"/>
          <a:ext cx="10945037" cy="1260936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B5208-9B85-49E4-9B3D-20D7D720571E}">
      <dsp:nvSpPr>
        <dsp:cNvPr id="0" name=""/>
        <dsp:cNvSpPr/>
      </dsp:nvSpPr>
      <dsp:spPr>
        <a:xfrm>
          <a:off x="381433" y="1860419"/>
          <a:ext cx="693514" cy="69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2AD242D-B1F7-461A-8958-9D5CC16222BC}">
      <dsp:nvSpPr>
        <dsp:cNvPr id="0" name=""/>
        <dsp:cNvSpPr/>
      </dsp:nvSpPr>
      <dsp:spPr>
        <a:xfrm>
          <a:off x="1456381" y="1576708"/>
          <a:ext cx="4925266" cy="126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449" tIns="133449" rIns="133449" bIns="13344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Example: 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E-commerce on Black Friday</a:t>
          </a:r>
        </a:p>
      </dsp:txBody>
      <dsp:txXfrm>
        <a:off x="1456381" y="1576708"/>
        <a:ext cx="4925266" cy="1260936"/>
      </dsp:txXfrm>
    </dsp:sp>
    <dsp:sp modelId="{EDB2008A-F985-454B-98A7-E27BE551AD26}">
      <dsp:nvSpPr>
        <dsp:cNvPr id="0" name=""/>
        <dsp:cNvSpPr/>
      </dsp:nvSpPr>
      <dsp:spPr>
        <a:xfrm>
          <a:off x="6009868" y="1660372"/>
          <a:ext cx="4563389" cy="126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449" tIns="133449" rIns="133449" bIns="13344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u="sng" kern="1200" dirty="0"/>
            <a:t>Catalog Service</a:t>
          </a:r>
          <a:r>
            <a:rPr lang="en-US" sz="1200" kern="1200" dirty="0"/>
            <a:t>: Scale to 50 pods (high traffic, read-heavy)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u="sng" kern="1200" dirty="0"/>
            <a:t>Order Service</a:t>
          </a:r>
          <a:r>
            <a:rPr lang="en-US" sz="1200" kern="1200" dirty="0"/>
            <a:t>: Scale to 30 pods (moderate traffic)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u="sng" kern="1200" dirty="0"/>
            <a:t>Recommendation Service</a:t>
          </a:r>
          <a:r>
            <a:rPr lang="en-US" sz="1200" kern="1200" dirty="0"/>
            <a:t>: Scale to 2 pods (low traffic)</a:t>
          </a:r>
        </a:p>
      </dsp:txBody>
      <dsp:txXfrm>
        <a:off x="6009868" y="1660372"/>
        <a:ext cx="4563389" cy="1260936"/>
      </dsp:txXfrm>
    </dsp:sp>
    <dsp:sp modelId="{80570A02-4862-4B18-9942-BA7188B559BD}">
      <dsp:nvSpPr>
        <dsp:cNvPr id="0" name=""/>
        <dsp:cNvSpPr/>
      </dsp:nvSpPr>
      <dsp:spPr>
        <a:xfrm>
          <a:off x="0" y="3152879"/>
          <a:ext cx="10945037" cy="1260936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100758-FA7E-4058-A47F-BC0AED93A835}">
      <dsp:nvSpPr>
        <dsp:cNvPr id="0" name=""/>
        <dsp:cNvSpPr/>
      </dsp:nvSpPr>
      <dsp:spPr>
        <a:xfrm>
          <a:off x="381433" y="3436589"/>
          <a:ext cx="693514" cy="69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643A69A-ACAF-4BB7-88F3-B61900CFCF69}">
      <dsp:nvSpPr>
        <dsp:cNvPr id="0" name=""/>
        <dsp:cNvSpPr/>
      </dsp:nvSpPr>
      <dsp:spPr>
        <a:xfrm>
          <a:off x="1456381" y="3152879"/>
          <a:ext cx="9488655" cy="126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449" tIns="133449" rIns="133449" bIns="13344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Only pay for what you use!</a:t>
          </a:r>
        </a:p>
      </dsp:txBody>
      <dsp:txXfrm>
        <a:off x="1456381" y="3152879"/>
        <a:ext cx="9488655" cy="126093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E6747-B28A-49CE-8E06-76F60B379BE9}">
      <dsp:nvSpPr>
        <dsp:cNvPr id="0" name=""/>
        <dsp:cNvSpPr/>
      </dsp:nvSpPr>
      <dsp:spPr>
        <a:xfrm>
          <a:off x="0" y="706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D0C84-18B3-49EC-95A2-1B3374DC595E}">
      <dsp:nvSpPr>
        <dsp:cNvPr id="0" name=""/>
        <dsp:cNvSpPr/>
      </dsp:nvSpPr>
      <dsp:spPr>
        <a:xfrm>
          <a:off x="0" y="70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Defense in Depth:</a:t>
          </a:r>
          <a:r>
            <a:rPr lang="en-US" sz="2300" kern="1200"/>
            <a:t> Multiple layers of security, not relying on a single control</a:t>
          </a:r>
        </a:p>
      </dsp:txBody>
      <dsp:txXfrm>
        <a:off x="0" y="706"/>
        <a:ext cx="6949440" cy="1157045"/>
      </dsp:txXfrm>
    </dsp:sp>
    <dsp:sp modelId="{B2218653-4CBE-473A-986C-D699427A4ED0}">
      <dsp:nvSpPr>
        <dsp:cNvPr id="0" name=""/>
        <dsp:cNvSpPr/>
      </dsp:nvSpPr>
      <dsp:spPr>
        <a:xfrm>
          <a:off x="0" y="1157751"/>
          <a:ext cx="6949440" cy="0"/>
        </a:xfrm>
        <a:prstGeom prst="line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accent2">
              <a:hueOff val="-260332"/>
              <a:satOff val="-5408"/>
              <a:lumOff val="-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7525B-9127-457A-9D1F-B08A0D32B4A2}">
      <dsp:nvSpPr>
        <dsp:cNvPr id="0" name=""/>
        <dsp:cNvSpPr/>
      </dsp:nvSpPr>
      <dsp:spPr>
        <a:xfrm>
          <a:off x="0" y="1157751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Zero Trust:</a:t>
          </a:r>
          <a:r>
            <a:rPr lang="en-US" sz="2300" kern="1200"/>
            <a:t> Never trust by default, always verify (internal services or external services)</a:t>
          </a:r>
        </a:p>
      </dsp:txBody>
      <dsp:txXfrm>
        <a:off x="0" y="1157751"/>
        <a:ext cx="6949440" cy="1157045"/>
      </dsp:txXfrm>
    </dsp:sp>
    <dsp:sp modelId="{B569760D-7B43-44C2-B586-6B7CA7C057AF}">
      <dsp:nvSpPr>
        <dsp:cNvPr id="0" name=""/>
        <dsp:cNvSpPr/>
      </dsp:nvSpPr>
      <dsp:spPr>
        <a:xfrm>
          <a:off x="0" y="2314796"/>
          <a:ext cx="6949440" cy="0"/>
        </a:xfrm>
        <a:prstGeom prst="line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249F7-ED65-4A2F-9CFE-0B950771DF98}">
      <dsp:nvSpPr>
        <dsp:cNvPr id="0" name=""/>
        <dsp:cNvSpPr/>
      </dsp:nvSpPr>
      <dsp:spPr>
        <a:xfrm>
          <a:off x="0" y="231479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Principle of Least Privilege:</a:t>
          </a:r>
          <a:r>
            <a:rPr lang="en-US" sz="2300" kern="1200"/>
            <a:t> Users/services get only what they need</a:t>
          </a:r>
        </a:p>
      </dsp:txBody>
      <dsp:txXfrm>
        <a:off x="0" y="2314796"/>
        <a:ext cx="6949440" cy="1157045"/>
      </dsp:txXfrm>
    </dsp:sp>
    <dsp:sp modelId="{F097A4CE-565F-42DB-A57B-F37C7AAB5956}">
      <dsp:nvSpPr>
        <dsp:cNvPr id="0" name=""/>
        <dsp:cNvSpPr/>
      </dsp:nvSpPr>
      <dsp:spPr>
        <a:xfrm>
          <a:off x="0" y="3471841"/>
          <a:ext cx="6949440" cy="0"/>
        </a:xfrm>
        <a:prstGeom prst="line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accent2">
              <a:hueOff val="-780997"/>
              <a:satOff val="-16223"/>
              <a:lumOff val="-4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CBA93-38E2-45BC-A191-DE95DD84ED8F}">
      <dsp:nvSpPr>
        <dsp:cNvPr id="0" name=""/>
        <dsp:cNvSpPr/>
      </dsp:nvSpPr>
      <dsp:spPr>
        <a:xfrm>
          <a:off x="0" y="3471841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Encrypt Everywhere:</a:t>
          </a:r>
          <a:r>
            <a:rPr lang="en-US" sz="2300" kern="1200"/>
            <a:t> Data in transit (</a:t>
          </a:r>
          <a:r>
            <a:rPr lang="en-US" sz="2300" i="1" kern="1200"/>
            <a:t>Transport Layer Security - TLS</a:t>
          </a:r>
          <a:r>
            <a:rPr lang="en-US" sz="2300" kern="1200"/>
            <a:t>) and at rest (</a:t>
          </a:r>
          <a:r>
            <a:rPr lang="en-US" sz="2300" i="1" kern="1200"/>
            <a:t>Advanced Encryption Standard - AES</a:t>
          </a:r>
          <a:r>
            <a:rPr lang="en-US" sz="2300" kern="1200"/>
            <a:t>)</a:t>
          </a:r>
        </a:p>
      </dsp:txBody>
      <dsp:txXfrm>
        <a:off x="0" y="3471841"/>
        <a:ext cx="6949440" cy="1157045"/>
      </dsp:txXfrm>
    </dsp:sp>
    <dsp:sp modelId="{C629E10B-210D-4669-885C-85824E0FF402}">
      <dsp:nvSpPr>
        <dsp:cNvPr id="0" name=""/>
        <dsp:cNvSpPr/>
      </dsp:nvSpPr>
      <dsp:spPr>
        <a:xfrm>
          <a:off x="0" y="4628886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25971-ADD2-4C3D-BD6C-780C059EEBCA}">
      <dsp:nvSpPr>
        <dsp:cNvPr id="0" name=""/>
        <dsp:cNvSpPr/>
      </dsp:nvSpPr>
      <dsp:spPr>
        <a:xfrm>
          <a:off x="0" y="462888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Audit Everything:</a:t>
          </a:r>
          <a:r>
            <a:rPr lang="en-US" sz="2300" kern="1200"/>
            <a:t> Log all access and changes for compliance</a:t>
          </a:r>
        </a:p>
      </dsp:txBody>
      <dsp:txXfrm>
        <a:off x="0" y="4628886"/>
        <a:ext cx="6949440" cy="115704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0CB3B-9A6C-4DB2-9B2A-E4BC3999A0B4}">
      <dsp:nvSpPr>
        <dsp:cNvPr id="0" name=""/>
        <dsp:cNvSpPr/>
      </dsp:nvSpPr>
      <dsp:spPr>
        <a:xfrm>
          <a:off x="0" y="170013"/>
          <a:ext cx="1122431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white"/>
              </a:solidFill>
              <a:latin typeface="Abadi ExtraLight" panose="020B0204020104020204" pitchFamily="34" charset="0"/>
              <a:ea typeface="+mn-ea"/>
              <a:cs typeface="+mn-cs"/>
            </a:rPr>
            <a:t>Authentication</a:t>
          </a:r>
          <a:r>
            <a:rPr lang="en-US" sz="2800" b="1" kern="1200" dirty="0">
              <a:latin typeface="Abadi ExtraLight" panose="020B0204020104020204" pitchFamily="34" charset="0"/>
            </a:rPr>
            <a:t> (</a:t>
          </a:r>
          <a:r>
            <a:rPr lang="en-US" sz="2800" b="1" kern="1200" dirty="0">
              <a:solidFill>
                <a:prstClr val="white"/>
              </a:solidFill>
              <a:latin typeface="Abadi ExtraLight" panose="020B0204020104020204" pitchFamily="34" charset="0"/>
              <a:ea typeface="+mn-ea"/>
              <a:cs typeface="+mn-cs"/>
            </a:rPr>
            <a:t>AuthN</a:t>
          </a:r>
          <a:r>
            <a:rPr lang="en-US" sz="2800" b="1" kern="1200" dirty="0">
              <a:latin typeface="Abadi ExtraLight" panose="020B0204020104020204" pitchFamily="34" charset="0"/>
            </a:rPr>
            <a:t>) - "Who are you?"</a:t>
          </a:r>
          <a:endParaRPr lang="en-US" sz="2800" kern="1200" dirty="0">
            <a:latin typeface="Abadi ExtraLight" panose="020B0204020104020204" pitchFamily="34" charset="0"/>
          </a:endParaRPr>
        </a:p>
      </dsp:txBody>
      <dsp:txXfrm>
        <a:off x="59399" y="229412"/>
        <a:ext cx="11105512" cy="1098002"/>
      </dsp:txXfrm>
    </dsp:sp>
    <dsp:sp modelId="{65C1EC11-9268-45F2-9FAE-A89416EAB1EA}">
      <dsp:nvSpPr>
        <dsp:cNvPr id="0" name=""/>
        <dsp:cNvSpPr/>
      </dsp:nvSpPr>
      <dsp:spPr>
        <a:xfrm>
          <a:off x="0" y="1386814"/>
          <a:ext cx="1122431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6372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badi ExtraLight" panose="020B0204020104020204" pitchFamily="34" charset="0"/>
            </a:rPr>
            <a:t>Verify identity via credentials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badi ExtraLight" panose="020B0204020104020204" pitchFamily="34" charset="0"/>
            </a:rPr>
            <a:t>Username/password, MFA, OAuth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badi ExtraLight" panose="020B0204020104020204" pitchFamily="34" charset="0"/>
            </a:rPr>
            <a:t>Happens once (login)</a:t>
          </a:r>
        </a:p>
      </dsp:txBody>
      <dsp:txXfrm>
        <a:off x="0" y="1386814"/>
        <a:ext cx="11224310" cy="1076400"/>
      </dsp:txXfrm>
    </dsp:sp>
    <dsp:sp modelId="{319E836E-637B-4A99-BE71-6466C23195FA}">
      <dsp:nvSpPr>
        <dsp:cNvPr id="0" name=""/>
        <dsp:cNvSpPr/>
      </dsp:nvSpPr>
      <dsp:spPr>
        <a:xfrm>
          <a:off x="0" y="2463214"/>
          <a:ext cx="1122431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badi ExtraLight" panose="020B0204020104020204" pitchFamily="34" charset="0"/>
            </a:rPr>
            <a:t>Authorization (</a:t>
          </a:r>
          <a:r>
            <a:rPr lang="en-US" sz="2800" b="1" kern="1200" dirty="0" err="1">
              <a:latin typeface="Abadi ExtraLight" panose="020B0204020104020204" pitchFamily="34" charset="0"/>
            </a:rPr>
            <a:t>AuthZ</a:t>
          </a:r>
          <a:r>
            <a:rPr lang="en-US" sz="2800" b="1" kern="1200" dirty="0">
              <a:latin typeface="Abadi ExtraLight" panose="020B0204020104020204" pitchFamily="34" charset="0"/>
            </a:rPr>
            <a:t>) - "What can you do?"</a:t>
          </a:r>
          <a:endParaRPr lang="en-US" sz="2800" kern="1200" dirty="0">
            <a:latin typeface="Abadi ExtraLight" panose="020B0204020104020204" pitchFamily="34" charset="0"/>
          </a:endParaRPr>
        </a:p>
      </dsp:txBody>
      <dsp:txXfrm>
        <a:off x="59399" y="2522613"/>
        <a:ext cx="11105512" cy="1098002"/>
      </dsp:txXfrm>
    </dsp:sp>
    <dsp:sp modelId="{5243C152-F2CD-4FFA-8C8D-E2AF1344451C}">
      <dsp:nvSpPr>
        <dsp:cNvPr id="0" name=""/>
        <dsp:cNvSpPr/>
      </dsp:nvSpPr>
      <dsp:spPr>
        <a:xfrm>
          <a:off x="0" y="3680014"/>
          <a:ext cx="1122431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6372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badi ExtraLight" panose="020B0204020104020204" pitchFamily="34" charset="0"/>
            </a:rPr>
            <a:t>Grant/deny access to resources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badi ExtraLight" panose="020B0204020104020204" pitchFamily="34" charset="0"/>
            </a:rPr>
            <a:t>RBAC, ABAC, permissions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Abadi ExtraLight" panose="020B0204020104020204" pitchFamily="34" charset="0"/>
            </a:rPr>
            <a:t>Checked on every request</a:t>
          </a:r>
        </a:p>
      </dsp:txBody>
      <dsp:txXfrm>
        <a:off x="0" y="3680014"/>
        <a:ext cx="11224310" cy="107640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60E25-D4AA-4869-914F-6675CDD9E63D}">
      <dsp:nvSpPr>
        <dsp:cNvPr id="0" name=""/>
        <dsp:cNvSpPr/>
      </dsp:nvSpPr>
      <dsp:spPr>
        <a:xfrm>
          <a:off x="628789" y="60307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D9FBA0-C277-4BE2-879A-A912CDDB9DFD}">
      <dsp:nvSpPr>
        <dsp:cNvPr id="0" name=""/>
        <dsp:cNvSpPr/>
      </dsp:nvSpPr>
      <dsp:spPr>
        <a:xfrm>
          <a:off x="628789" y="2260741"/>
          <a:ext cx="4320000" cy="769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What is OAuth 2.0?</a:t>
          </a:r>
          <a:r>
            <a:rPr lang="en-US" sz="1400" kern="1200" dirty="0"/>
            <a:t> 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Industry standard for secure delegated access without sharing passwords</a:t>
          </a:r>
        </a:p>
      </dsp:txBody>
      <dsp:txXfrm>
        <a:off x="628789" y="2260741"/>
        <a:ext cx="4320000" cy="769500"/>
      </dsp:txXfrm>
    </dsp:sp>
    <dsp:sp modelId="{4F6CDFD5-FD96-4203-92F0-09115E5A6504}">
      <dsp:nvSpPr>
        <dsp:cNvPr id="0" name=""/>
        <dsp:cNvSpPr/>
      </dsp:nvSpPr>
      <dsp:spPr>
        <a:xfrm>
          <a:off x="628789" y="3097995"/>
          <a:ext cx="4320000" cy="8927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1F82D-5AD8-4472-8C9D-A6B07941D9FD}">
      <dsp:nvSpPr>
        <dsp:cNvPr id="0" name=""/>
        <dsp:cNvSpPr/>
      </dsp:nvSpPr>
      <dsp:spPr>
        <a:xfrm>
          <a:off x="5704789" y="60307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1419A-98C4-4A68-95A7-F61AC96D7FE4}">
      <dsp:nvSpPr>
        <dsp:cNvPr id="0" name=""/>
        <dsp:cNvSpPr/>
      </dsp:nvSpPr>
      <dsp:spPr>
        <a:xfrm>
          <a:off x="5704789" y="2260741"/>
          <a:ext cx="4320000" cy="769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Key Concept:</a:t>
          </a:r>
          <a:r>
            <a:rPr lang="en-US" sz="1400" kern="1200"/>
            <a:t> Client app never sees user's password</a:t>
          </a:r>
        </a:p>
      </dsp:txBody>
      <dsp:txXfrm>
        <a:off x="5704789" y="2260741"/>
        <a:ext cx="4320000" cy="769500"/>
      </dsp:txXfrm>
    </dsp:sp>
    <dsp:sp modelId="{7449AE39-BCA1-4011-8AE7-E8D9DC8412ED}">
      <dsp:nvSpPr>
        <dsp:cNvPr id="0" name=""/>
        <dsp:cNvSpPr/>
      </dsp:nvSpPr>
      <dsp:spPr>
        <a:xfrm>
          <a:off x="5704789" y="3097995"/>
          <a:ext cx="4320000" cy="8927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Resource Owner:</a:t>
          </a:r>
          <a:r>
            <a:rPr lang="en-US" sz="1100" kern="1200"/>
            <a:t> User who owns the data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Client:</a:t>
          </a:r>
          <a:r>
            <a:rPr lang="en-US" sz="1100" kern="1200"/>
            <a:t> App requesting access (e.g., mobile app)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Authorization Server:</a:t>
          </a:r>
          <a:r>
            <a:rPr lang="en-US" sz="1100" kern="1200"/>
            <a:t> Issues tokens after user approval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Resource Server:</a:t>
          </a:r>
          <a:r>
            <a:rPr lang="en-US" sz="1100" kern="1200"/>
            <a:t> Your microservices protecting the data</a:t>
          </a:r>
        </a:p>
      </dsp:txBody>
      <dsp:txXfrm>
        <a:off x="5704789" y="3097995"/>
        <a:ext cx="4320000" cy="892761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88FF1-ADE5-4748-BC1B-BD4992D23BD7}">
      <dsp:nvSpPr>
        <dsp:cNvPr id="0" name=""/>
        <dsp:cNvSpPr/>
      </dsp:nvSpPr>
      <dsp:spPr>
        <a:xfrm>
          <a:off x="67010" y="0"/>
          <a:ext cx="1509048" cy="14113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DBA29-C2E8-4720-A686-FDEE8EDA8FFD}">
      <dsp:nvSpPr>
        <dsp:cNvPr id="0" name=""/>
        <dsp:cNvSpPr/>
      </dsp:nvSpPr>
      <dsp:spPr>
        <a:xfrm>
          <a:off x="67010" y="1565551"/>
          <a:ext cx="4311566" cy="604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Advantages</a:t>
          </a:r>
        </a:p>
      </dsp:txBody>
      <dsp:txXfrm>
        <a:off x="67010" y="1565551"/>
        <a:ext cx="4311566" cy="604852"/>
      </dsp:txXfrm>
    </dsp:sp>
    <dsp:sp modelId="{0E691A74-D21D-4732-8DC2-55F77EAE4355}">
      <dsp:nvSpPr>
        <dsp:cNvPr id="0" name=""/>
        <dsp:cNvSpPr/>
      </dsp:nvSpPr>
      <dsp:spPr>
        <a:xfrm>
          <a:off x="67010" y="2242137"/>
          <a:ext cx="4311566" cy="1596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Stateless (no session storage)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Scales horizontally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Cross-domain/CORS friendly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Mobile-friendly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Embedded claims (user data)</a:t>
          </a:r>
        </a:p>
      </dsp:txBody>
      <dsp:txXfrm>
        <a:off x="67010" y="2242137"/>
        <a:ext cx="4311566" cy="1596695"/>
      </dsp:txXfrm>
    </dsp:sp>
    <dsp:sp modelId="{60822146-5BC0-493E-B0B8-8318A7F1E197}">
      <dsp:nvSpPr>
        <dsp:cNvPr id="0" name=""/>
        <dsp:cNvSpPr/>
      </dsp:nvSpPr>
      <dsp:spPr>
        <a:xfrm>
          <a:off x="5133101" y="0"/>
          <a:ext cx="1509048" cy="14113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DA1B0-38EB-41A3-9283-83291500D109}">
      <dsp:nvSpPr>
        <dsp:cNvPr id="0" name=""/>
        <dsp:cNvSpPr/>
      </dsp:nvSpPr>
      <dsp:spPr>
        <a:xfrm>
          <a:off x="5133101" y="1565551"/>
          <a:ext cx="4311566" cy="604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Disadvantages</a:t>
          </a:r>
        </a:p>
      </dsp:txBody>
      <dsp:txXfrm>
        <a:off x="5133101" y="1565551"/>
        <a:ext cx="4311566" cy="604852"/>
      </dsp:txXfrm>
    </dsp:sp>
    <dsp:sp modelId="{83CF0DB3-CBD5-414A-8D68-599B4E90FDEC}">
      <dsp:nvSpPr>
        <dsp:cNvPr id="0" name=""/>
        <dsp:cNvSpPr/>
      </dsp:nvSpPr>
      <dsp:spPr>
        <a:xfrm>
          <a:off x="5133101" y="2242137"/>
          <a:ext cx="4311566" cy="1596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Token revocation difficult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Token size larger than session ID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Cannot encrypt (only sign) by default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Clock skew issues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Sensitive data exposure if not encrypted</a:t>
          </a:r>
        </a:p>
      </dsp:txBody>
      <dsp:txXfrm>
        <a:off x="5133101" y="2242137"/>
        <a:ext cx="4311566" cy="1596695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719C5D-3A87-4F2B-8C54-79D0DD321879}">
      <dsp:nvSpPr>
        <dsp:cNvPr id="0" name=""/>
        <dsp:cNvSpPr/>
      </dsp:nvSpPr>
      <dsp:spPr>
        <a:xfrm>
          <a:off x="2303082" y="2301"/>
          <a:ext cx="9212328" cy="10097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745" tIns="256466" rIns="178745" bIns="25646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digital (X.509) certificate used to authenticate and encrypt communication between microservices.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Commonly implemented using Mutual TLS (mTLS)</a:t>
          </a:r>
        </a:p>
      </dsp:txBody>
      <dsp:txXfrm>
        <a:off x="2303082" y="2301"/>
        <a:ext cx="9212328" cy="1009709"/>
      </dsp:txXfrm>
    </dsp:sp>
    <dsp:sp modelId="{64E4DD88-9BBB-4C1F-A919-38A409486B82}">
      <dsp:nvSpPr>
        <dsp:cNvPr id="0" name=""/>
        <dsp:cNvSpPr/>
      </dsp:nvSpPr>
      <dsp:spPr>
        <a:xfrm>
          <a:off x="0" y="2301"/>
          <a:ext cx="2303082" cy="100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871" tIns="99737" rIns="121871" bIns="9973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What is a Microservice Certificate?</a:t>
          </a:r>
          <a:endParaRPr lang="en-US" sz="1400" kern="1200" dirty="0"/>
        </a:p>
      </dsp:txBody>
      <dsp:txXfrm>
        <a:off x="0" y="2301"/>
        <a:ext cx="2303082" cy="1009709"/>
      </dsp:txXfrm>
    </dsp:sp>
    <dsp:sp modelId="{EBE9BFCE-73AB-4DD5-9EAA-B8C241A15C43}">
      <dsp:nvSpPr>
        <dsp:cNvPr id="0" name=""/>
        <dsp:cNvSpPr/>
      </dsp:nvSpPr>
      <dsp:spPr>
        <a:xfrm>
          <a:off x="2303082" y="1072593"/>
          <a:ext cx="9212328" cy="10097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745" tIns="256466" rIns="178745" bIns="25646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🔐 Secures service-to-service traffic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Verifies service identity (zero-trust)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🛡️ Prevents unauthorized access &amp; data interception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📜 Supports compliance and audit requirements</a:t>
          </a:r>
        </a:p>
      </dsp:txBody>
      <dsp:txXfrm>
        <a:off x="2303082" y="1072593"/>
        <a:ext cx="9212328" cy="1009709"/>
      </dsp:txXfrm>
    </dsp:sp>
    <dsp:sp modelId="{24797B30-7057-4246-B5C8-748997995EB6}">
      <dsp:nvSpPr>
        <dsp:cNvPr id="0" name=""/>
        <dsp:cNvSpPr/>
      </dsp:nvSpPr>
      <dsp:spPr>
        <a:xfrm>
          <a:off x="0" y="1072593"/>
          <a:ext cx="2303082" cy="100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871" tIns="99737" rIns="121871" bIns="9973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Why It Matters</a:t>
          </a:r>
          <a:endParaRPr lang="en-US" sz="1400" kern="1200"/>
        </a:p>
      </dsp:txBody>
      <dsp:txXfrm>
        <a:off x="0" y="1072593"/>
        <a:ext cx="2303082" cy="1009709"/>
      </dsp:txXfrm>
    </dsp:sp>
    <dsp:sp modelId="{8E0AD8FF-5F8D-4B87-899A-06AF46837612}">
      <dsp:nvSpPr>
        <dsp:cNvPr id="0" name=""/>
        <dsp:cNvSpPr/>
      </dsp:nvSpPr>
      <dsp:spPr>
        <a:xfrm>
          <a:off x="2303082" y="2142885"/>
          <a:ext cx="9212328" cy="10097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745" tIns="256466" rIns="178745" bIns="25646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Each service has a </a:t>
          </a:r>
          <a:r>
            <a:rPr lang="en-US" sz="1100" b="1" kern="1200"/>
            <a:t>private key + signed certificate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Both client and server </a:t>
          </a:r>
          <a:r>
            <a:rPr lang="en-US" sz="1100" b="1" kern="1200"/>
            <a:t>verify each other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Communication is </a:t>
          </a:r>
          <a:r>
            <a:rPr lang="en-US" sz="1100" b="1" kern="1200"/>
            <a:t>encrypted and trusted</a:t>
          </a:r>
          <a:endParaRPr lang="en-US" sz="1100" kern="1200"/>
        </a:p>
      </dsp:txBody>
      <dsp:txXfrm>
        <a:off x="2303082" y="2142885"/>
        <a:ext cx="9212328" cy="1009709"/>
      </dsp:txXfrm>
    </dsp:sp>
    <dsp:sp modelId="{DA986C79-7236-4762-A0C8-559C4474D9CD}">
      <dsp:nvSpPr>
        <dsp:cNvPr id="0" name=""/>
        <dsp:cNvSpPr/>
      </dsp:nvSpPr>
      <dsp:spPr>
        <a:xfrm>
          <a:off x="0" y="2142885"/>
          <a:ext cx="2303082" cy="100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871" tIns="99737" rIns="121871" bIns="9973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How It Works (mTLS)</a:t>
          </a:r>
          <a:endParaRPr lang="en-US" sz="1400" kern="1200"/>
        </a:p>
      </dsp:txBody>
      <dsp:txXfrm>
        <a:off x="0" y="2142885"/>
        <a:ext cx="2303082" cy="1009709"/>
      </dsp:txXfrm>
    </dsp:sp>
    <dsp:sp modelId="{89C94B65-7895-49DD-9122-33FFA04917F0}">
      <dsp:nvSpPr>
        <dsp:cNvPr id="0" name=""/>
        <dsp:cNvSpPr/>
      </dsp:nvSpPr>
      <dsp:spPr>
        <a:xfrm>
          <a:off x="2303082" y="3213177"/>
          <a:ext cx="9212328" cy="10097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745" tIns="256466" rIns="178745" bIns="25646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Service Mesh</a:t>
          </a:r>
          <a:r>
            <a:rPr lang="en-US" sz="1100" kern="1200"/>
            <a:t>: Istio, Linkerd, Consul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Kubernetes</a:t>
          </a:r>
          <a:r>
            <a:rPr lang="en-US" sz="1100" kern="1200"/>
            <a:t>: cert-manager, Secrets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API Gateways</a:t>
          </a:r>
          <a:r>
            <a:rPr lang="en-US" sz="1100" kern="1200"/>
            <a:t>: NGINX, Kong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Cloud / PKI</a:t>
          </a:r>
          <a:r>
            <a:rPr lang="en-US" sz="1100" kern="1200"/>
            <a:t>: Private CA, Key Vaults</a:t>
          </a:r>
        </a:p>
      </dsp:txBody>
      <dsp:txXfrm>
        <a:off x="2303082" y="3213177"/>
        <a:ext cx="9212328" cy="1009709"/>
      </dsp:txXfrm>
    </dsp:sp>
    <dsp:sp modelId="{ACE91F40-EA0F-47FE-8517-CE833F14E31A}">
      <dsp:nvSpPr>
        <dsp:cNvPr id="0" name=""/>
        <dsp:cNvSpPr/>
      </dsp:nvSpPr>
      <dsp:spPr>
        <a:xfrm>
          <a:off x="0" y="3213177"/>
          <a:ext cx="2303082" cy="100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871" tIns="99737" rIns="121871" bIns="9973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Where Certificates Are Managed</a:t>
          </a:r>
          <a:endParaRPr lang="en-US" sz="1400" kern="1200"/>
        </a:p>
      </dsp:txBody>
      <dsp:txXfrm>
        <a:off x="0" y="3213177"/>
        <a:ext cx="2303082" cy="1009709"/>
      </dsp:txXfrm>
    </dsp:sp>
    <dsp:sp modelId="{6F2B40EA-BAE7-49D9-AADD-C6EE6D446960}">
      <dsp:nvSpPr>
        <dsp:cNvPr id="0" name=""/>
        <dsp:cNvSpPr/>
      </dsp:nvSpPr>
      <dsp:spPr>
        <a:xfrm>
          <a:off x="2303082" y="4283470"/>
          <a:ext cx="9212328" cy="10097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745" tIns="256466" rIns="178745" bIns="25646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</a:t>
          </a:r>
          <a:r>
            <a:rPr lang="en-US" sz="1100" b="1" kern="1200"/>
            <a:t>short-lived certificates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 </a:t>
          </a:r>
          <a:r>
            <a:rPr lang="en-US" sz="1100" b="1" kern="1200"/>
            <a:t>automatic rotation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Avoid hardcoding secrets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Prefer </a:t>
          </a:r>
          <a:r>
            <a:rPr lang="en-US" sz="1100" b="1" kern="1200"/>
            <a:t>service mesh–managed mTLS</a:t>
          </a:r>
          <a:endParaRPr lang="en-US" sz="1100" kern="1200"/>
        </a:p>
      </dsp:txBody>
      <dsp:txXfrm>
        <a:off x="2303082" y="4283470"/>
        <a:ext cx="9212328" cy="1009709"/>
      </dsp:txXfrm>
    </dsp:sp>
    <dsp:sp modelId="{DE75CE29-C8EB-4DB5-9F45-69B8DB71F6AD}">
      <dsp:nvSpPr>
        <dsp:cNvPr id="0" name=""/>
        <dsp:cNvSpPr/>
      </dsp:nvSpPr>
      <dsp:spPr>
        <a:xfrm>
          <a:off x="0" y="4283470"/>
          <a:ext cx="2303082" cy="100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871" tIns="99737" rIns="121871" bIns="9973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Best Practices</a:t>
          </a:r>
          <a:endParaRPr lang="en-US" sz="1400" kern="1200"/>
        </a:p>
      </dsp:txBody>
      <dsp:txXfrm>
        <a:off x="0" y="4283470"/>
        <a:ext cx="2303082" cy="1009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60BFF-71A7-4BE5-903C-AB3A779CBB9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C517C-65A1-420F-8847-0C0EFA42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0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C517C-65A1-420F-8847-0C0EFA4243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71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C517C-65A1-420F-8847-0C0EFA42438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34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2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1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9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7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26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2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5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8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0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46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7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sv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5E0694-6847-C301-BA13-5C308E94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5036B-2000-08CA-8D8F-445F7FC81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6"/>
            <a:ext cx="5649211" cy="2119788"/>
          </a:xfrm>
        </p:spPr>
        <p:txBody>
          <a:bodyPr anchor="t">
            <a:normAutofit/>
          </a:bodyPr>
          <a:lstStyle/>
          <a:p>
            <a:pPr algn="l"/>
            <a:r>
              <a:rPr lang="en-US" sz="4400" dirty="0"/>
              <a:t>Service-Oriented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7344A-A9A3-CAA1-6EC0-3CEB241BA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6" y="3326410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US" sz="2200" dirty="0"/>
              <a:t>Answering What and Why</a:t>
            </a:r>
          </a:p>
        </p:txBody>
      </p:sp>
    </p:spTree>
    <p:extLst>
      <p:ext uri="{BB962C8B-B14F-4D97-AF65-F5344CB8AC3E}">
        <p14:creationId xmlns:p14="http://schemas.microsoft.com/office/powerpoint/2010/main" val="413267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C441F-13B7-CBB8-6B96-7994757D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0319" y="331165"/>
            <a:ext cx="7131360" cy="97431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000" dirty="0"/>
              <a:t>Module 1 - Introduction to SOA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59F99C5B-7B93-5139-2F4A-5A485A444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768" y="1636640"/>
            <a:ext cx="4330461" cy="4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5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C46F5-D256-49A6-7FE3-77EBD76C4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73958"/>
            <a:ext cx="6035040" cy="864932"/>
          </a:xfrm>
        </p:spPr>
        <p:txBody>
          <a:bodyPr anchor="b">
            <a:normAutofit/>
          </a:bodyPr>
          <a:lstStyle/>
          <a:p>
            <a:r>
              <a:rPr lang="en-US" dirty="0"/>
              <a:t>Course Objective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E4633FF-A07C-C111-63F1-F9AB5AD387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212848"/>
            <a:ext cx="6035041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Understand software architecture fundamentals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Define what services are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Describe Service-Oriented Architecture (SOA)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Identify the core components of SOA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Analyze the benefits and challenges of SOA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 SOA with other architectural styles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Apply SOA concepts</a:t>
            </a:r>
          </a:p>
        </p:txBody>
      </p:sp>
      <p:pic>
        <p:nvPicPr>
          <p:cNvPr id="6" name="Picture 5" descr="Blue blocks and networks technology background">
            <a:extLst>
              <a:ext uri="{FF2B5EF4-FFF2-40B4-BE49-F238E27FC236}">
                <a16:creationId xmlns:a16="http://schemas.microsoft.com/office/drawing/2014/main" id="{5576CA25-5D4F-E9CC-5D4D-9C6A202DD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91" r="45559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8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CEB8D-37CE-A940-B4B9-E70C7184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94097"/>
            <a:ext cx="4361686" cy="1060704"/>
          </a:xfrm>
        </p:spPr>
        <p:txBody>
          <a:bodyPr anchor="b">
            <a:normAutofit/>
          </a:bodyPr>
          <a:lstStyle/>
          <a:p>
            <a:r>
              <a:rPr lang="en-US" dirty="0"/>
              <a:t>Course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19F413-96CF-C135-C24D-B82E2B09E9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1848897"/>
            <a:ext cx="4361687" cy="44604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Real-World Example from Day One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We will select a practical case scenario to anchor our learning.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Collaborative Learning</a:t>
            </a:r>
            <a:r>
              <a:rPr lang="en-US" altLang="en-US" sz="1500" dirty="0">
                <a:latin typeface="Arial" panose="020B0604020202020204" pitchFamily="34" charset="0"/>
              </a:rPr>
              <a:t>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Students will work in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groups of 3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encourage teamwork and idea sharing.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Service Identification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Each group will break down the scenario and identify potential services.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Progressive Design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Week by week, we will refine and extend the architecture, applying concepts as we learn them.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Final Product Architecture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By the end of the course, each group will deliver a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complete SOA-based architecture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their chosen scenario.</a:t>
            </a:r>
          </a:p>
        </p:txBody>
      </p:sp>
      <p:pic>
        <p:nvPicPr>
          <p:cNvPr id="9219" name="Picture 3" descr="28 Process Infographic Examples with Design Tips - Venngage">
            <a:extLst>
              <a:ext uri="{FF2B5EF4-FFF2-40B4-BE49-F238E27FC236}">
                <a16:creationId xmlns:a16="http://schemas.microsoft.com/office/drawing/2014/main" id="{8AF3B74D-7237-A433-9933-8D5F085DB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28075"/>
          <a:stretch>
            <a:fillRect/>
          </a:stretch>
        </p:blipFill>
        <p:spPr bwMode="auto">
          <a:xfrm>
            <a:off x="5818632" y="-1"/>
            <a:ext cx="637336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87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3812-ABAD-CD31-46B9-ACEF2A70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from defining SW-Architecture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B941F68-9105-DB0E-A531-C21B9FDE2E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263411"/>
              </p:ext>
            </p:extLst>
          </p:nvPr>
        </p:nvGraphicFramePr>
        <p:xfrm>
          <a:off x="611060" y="2048647"/>
          <a:ext cx="5011404" cy="3512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F465B4E-3907-A203-B59D-0F9B12468544}"/>
              </a:ext>
            </a:extLst>
          </p:cNvPr>
          <p:cNvSpPr txBox="1"/>
          <p:nvPr/>
        </p:nvSpPr>
        <p:spPr>
          <a:xfrm>
            <a:off x="6096000" y="1763512"/>
            <a:ext cx="5378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👉 </a:t>
            </a:r>
            <a:r>
              <a:rPr lang="en-US" i="1" dirty="0"/>
              <a:t>“Software architecture defines the fundamental organization of a system its components, their relationships, and the principles guiding its design and evolution.”</a:t>
            </a:r>
            <a:endParaRPr lang="en-US" dirty="0"/>
          </a:p>
        </p:txBody>
      </p:sp>
      <p:pic>
        <p:nvPicPr>
          <p:cNvPr id="1026" name="Picture 2" descr="Architecture Photos, Download The BEST Free Architecture Stock Photos &amp; HD  Images">
            <a:extLst>
              <a:ext uri="{FF2B5EF4-FFF2-40B4-BE49-F238E27FC236}">
                <a16:creationId xmlns:a16="http://schemas.microsoft.com/office/drawing/2014/main" id="{CD49EA98-E80C-B93B-AD0A-2F1B90B4D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987" y="3046454"/>
            <a:ext cx="5366953" cy="3354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58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DFCB7-150F-C2F4-DCA8-944E2453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Why We Need Software Architecture</a:t>
            </a:r>
            <a:endParaRPr lang="en-US"/>
          </a:p>
        </p:txBody>
      </p:sp>
      <p:pic>
        <p:nvPicPr>
          <p:cNvPr id="6" name="Picture 5" descr="Top view of cubes connected with black lines">
            <a:extLst>
              <a:ext uri="{FF2B5EF4-FFF2-40B4-BE49-F238E27FC236}">
                <a16:creationId xmlns:a16="http://schemas.microsoft.com/office/drawing/2014/main" id="{12AA4AE1-CB03-0B67-3D9C-BE8513F9E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11" r="18189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EB991-412D-33ED-A255-283DDDDEDF9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Clarity &amp; Direction</a:t>
            </a:r>
            <a:r>
              <a:rPr lang="en-US" sz="1700"/>
              <a:t>: Provides a shared understanding among developers, managers, and stakeholders.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Quality Attributes</a:t>
            </a:r>
            <a:r>
              <a:rPr lang="en-US" sz="1700"/>
              <a:t>: Enables achieving non-functional requirements like scalability, reliability, maintainability, and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Decision Making</a:t>
            </a:r>
            <a:r>
              <a:rPr lang="en-US" sz="1700"/>
              <a:t>: Serves as a framework for making trade-offs (e.g., flexibility vs. efficiency).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Risk Management</a:t>
            </a:r>
            <a:r>
              <a:rPr lang="en-US" sz="1700"/>
              <a:t>: Surfaces critical design risks early, before costly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Evolution</a:t>
            </a:r>
            <a:r>
              <a:rPr lang="en-US" sz="1700"/>
              <a:t>: Makes systems easier to extend and integrate with new technologies.</a:t>
            </a:r>
          </a:p>
        </p:txBody>
      </p:sp>
    </p:spTree>
    <p:extLst>
      <p:ext uri="{BB962C8B-B14F-4D97-AF65-F5344CB8AC3E}">
        <p14:creationId xmlns:p14="http://schemas.microsoft.com/office/powerpoint/2010/main" val="315615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BB322-F578-6933-32AB-285B3D9F2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548638"/>
            <a:ext cx="4424516" cy="5788152"/>
          </a:xfrm>
          <a:solidFill>
            <a:schemeClr val="accent6">
              <a:lumMod val="7500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b="0" dirty="0">
                <a:solidFill>
                  <a:schemeClr val="bg1"/>
                </a:solidFill>
              </a:rPr>
              <a:t>Lead-In to SOA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AA72235-6FF7-7F35-DB12-1FAE31A9A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529912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722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C3F15-3794-9522-3AD5-84FB1B3BE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73" y="429743"/>
            <a:ext cx="4361686" cy="844363"/>
          </a:xfrm>
        </p:spPr>
        <p:txBody>
          <a:bodyPr anchor="b">
            <a:normAutofit/>
          </a:bodyPr>
          <a:lstStyle/>
          <a:p>
            <a:r>
              <a:rPr lang="en-US" dirty="0"/>
              <a:t>What is a Service?</a:t>
            </a:r>
          </a:p>
        </p:txBody>
      </p:sp>
      <p:pic>
        <p:nvPicPr>
          <p:cNvPr id="3074" name="Picture 2" descr="Commercial Kitchens &amp; Food Processing — Degafloor">
            <a:extLst>
              <a:ext uri="{FF2B5EF4-FFF2-40B4-BE49-F238E27FC236}">
                <a16:creationId xmlns:a16="http://schemas.microsoft.com/office/drawing/2014/main" id="{827E7176-7F17-9D18-D9AE-D240653CD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07" r="20418"/>
          <a:stretch>
            <a:fillRect/>
          </a:stretch>
        </p:blipFill>
        <p:spPr bwMode="auto">
          <a:xfrm>
            <a:off x="5818632" y="-1"/>
            <a:ext cx="637336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76" name="Content Placeholder 2">
            <a:extLst>
              <a:ext uri="{FF2B5EF4-FFF2-40B4-BE49-F238E27FC236}">
                <a16:creationId xmlns:a16="http://schemas.microsoft.com/office/drawing/2014/main" id="{DBEC3ADD-0F00-C25F-045F-64F060856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977554"/>
              </p:ext>
            </p:extLst>
          </p:nvPr>
        </p:nvGraphicFramePr>
        <p:xfrm>
          <a:off x="0" y="1703848"/>
          <a:ext cx="5818632" cy="5154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652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6" name="Rectangle 410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220A1-F53D-97AC-F394-496BDF21C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35681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Key Characteristics of Services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A9779F-CF89-A39F-BC4F-604CC525A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Encapsulation</a:t>
            </a:r>
            <a:r>
              <a:rPr lang="am-ET" altLang="en-US" sz="1700" dirty="0">
                <a:latin typeface="Arial" panose="020B0604020202020204" pitchFamily="34" charset="0"/>
              </a:rPr>
              <a:t>፡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Internal logic is hidden; only the contract (interface) is exposed.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Reusability</a:t>
            </a:r>
            <a:r>
              <a:rPr kumimoji="0" lang="am-ET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፡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Can be consumed by multiple applications.</a:t>
            </a:r>
            <a:r>
              <a:rPr kumimoji="0" lang="am-ET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Interoperability</a:t>
            </a:r>
            <a:r>
              <a:rPr kumimoji="0" lang="am-ET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፡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Can communicate across platforms/technologies via standard protocols.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Discoverability</a:t>
            </a:r>
            <a:r>
              <a:rPr kumimoji="0" lang="am-ET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፡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Can be published, located, and invoked easily in a larger system.</a:t>
            </a:r>
          </a:p>
        </p:txBody>
      </p:sp>
      <p:pic>
        <p:nvPicPr>
          <p:cNvPr id="4099" name="Picture 3" descr="What is the Difference Between Goods and Services - Pediaa.Com">
            <a:extLst>
              <a:ext uri="{FF2B5EF4-FFF2-40B4-BE49-F238E27FC236}">
                <a16:creationId xmlns:a16="http://schemas.microsoft.com/office/drawing/2014/main" id="{693E1958-0F7F-2F65-B37E-C9F7C2C1B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1261" y="2296409"/>
            <a:ext cx="5837780" cy="226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1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54F71-922D-B8F2-908D-C1AE08B4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US"/>
              <a:t>What is Service-Oriented Architecture (SOA)?</a:t>
            </a:r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41B9FFE5-9928-1001-043F-32665FFBAE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941724"/>
              </p:ext>
            </p:extLst>
          </p:nvPr>
        </p:nvGraphicFramePr>
        <p:xfrm>
          <a:off x="195038" y="1540103"/>
          <a:ext cx="11605700" cy="2782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BB8A5830-02BA-6BE6-3D01-AE2BF7CBBFDA}"/>
              </a:ext>
            </a:extLst>
          </p:cNvPr>
          <p:cNvGrpSpPr/>
          <p:nvPr/>
        </p:nvGrpSpPr>
        <p:grpSpPr>
          <a:xfrm>
            <a:off x="1439657" y="4914497"/>
            <a:ext cx="9312686" cy="1402020"/>
            <a:chOff x="1439657" y="4914497"/>
            <a:chExt cx="9312686" cy="1402020"/>
          </a:xfrm>
          <a:solidFill>
            <a:schemeClr val="bg1">
              <a:lumMod val="85000"/>
            </a:schemeClr>
          </a:solidFill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D7B160-561C-B6B6-C641-A98CFBCD387D}"/>
                </a:ext>
              </a:extLst>
            </p:cNvPr>
            <p:cNvSpPr txBox="1"/>
            <p:nvPr/>
          </p:nvSpPr>
          <p:spPr>
            <a:xfrm>
              <a:off x="1439657" y="4964865"/>
              <a:ext cx="1883262" cy="135165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sz="1400" b="1" i="1" dirty="0"/>
                <a:t>Functional City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transport service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utility service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financial service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538161-8A62-3765-8E1C-7E9D6054E8E6}"/>
                </a:ext>
              </a:extLst>
            </p:cNvPr>
            <p:cNvSpPr txBox="1"/>
            <p:nvPr/>
          </p:nvSpPr>
          <p:spPr>
            <a:xfrm>
              <a:off x="5154369" y="4964865"/>
              <a:ext cx="1883262" cy="135165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sz="1400" b="1" i="1" dirty="0"/>
                <a:t>Delivery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Order reception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Dispatcher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Driver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375C74-36A2-7ECC-32DB-82590E46870D}"/>
                </a:ext>
              </a:extLst>
            </p:cNvPr>
            <p:cNvSpPr txBox="1"/>
            <p:nvPr/>
          </p:nvSpPr>
          <p:spPr>
            <a:xfrm>
              <a:off x="8869081" y="4914497"/>
              <a:ext cx="1883262" cy="135165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sz="1400" b="1" i="1" dirty="0"/>
                <a:t>Restaurant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Waiter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Chef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i="1" dirty="0"/>
                <a:t>Operations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84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4" name="Rectangle 6153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AAA22-B0B0-015D-AD07-06234CCD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5139627"/>
            <a:ext cx="5278499" cy="789945"/>
          </a:xfrm>
        </p:spPr>
        <p:txBody>
          <a:bodyPr>
            <a:normAutofit/>
          </a:bodyPr>
          <a:lstStyle/>
          <a:p>
            <a:r>
              <a:rPr lang="en-US" dirty="0"/>
              <a:t>Key Principles of SOA</a:t>
            </a:r>
          </a:p>
        </p:txBody>
      </p:sp>
      <p:pic>
        <p:nvPicPr>
          <p:cNvPr id="6147" name="Picture 3" descr="Key components of developing the right data strategy - Benelux Intelligence  Community">
            <a:extLst>
              <a:ext uri="{FF2B5EF4-FFF2-40B4-BE49-F238E27FC236}">
                <a16:creationId xmlns:a16="http://schemas.microsoft.com/office/drawing/2014/main" id="{EEC0366C-B240-2CA5-D955-56B7553D5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12" b="20283"/>
          <a:stretch>
            <a:fillRect/>
          </a:stretch>
        </p:blipFill>
        <p:spPr bwMode="auto">
          <a:xfrm>
            <a:off x="1069605" y="141831"/>
            <a:ext cx="10052789" cy="375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E9AEF37-1BC2-495A-8780-CD52DD0EFC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19333" y="4353032"/>
            <a:ext cx="5753567" cy="2363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Loose Coupling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Services are independent, reducing dependencies.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Reusability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Services can be reused across multiple applications.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Interoperability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Services work across different platforms, languages, or vendors.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Composability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Services can be combined to form larger business processes.</a:t>
            </a:r>
          </a:p>
        </p:txBody>
      </p:sp>
    </p:spTree>
    <p:extLst>
      <p:ext uri="{BB962C8B-B14F-4D97-AF65-F5344CB8AC3E}">
        <p14:creationId xmlns:p14="http://schemas.microsoft.com/office/powerpoint/2010/main" val="309910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22CE2-6797-E5B5-D24C-2BA82B888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Why SOA? (The Problem It Solves)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3416CB-2035-C33A-70AA-C58F7909CD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866" y="2644927"/>
            <a:ext cx="6230604" cy="23394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Pain points of traditional (monolithic, siloed) systems.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Challenges: tight coupling, difficulty integrating, duplication of functionality.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SOA addresses these challenges (flexibility, reusability, integration).</a:t>
            </a:r>
          </a:p>
        </p:txBody>
      </p:sp>
      <p:pic>
        <p:nvPicPr>
          <p:cNvPr id="13" name="Picture 12" descr="A 3D pattern of ring shapes connected by lines">
            <a:extLst>
              <a:ext uri="{FF2B5EF4-FFF2-40B4-BE49-F238E27FC236}">
                <a16:creationId xmlns:a16="http://schemas.microsoft.com/office/drawing/2014/main" id="{E4AAE6F1-E06E-C580-46E3-ACB4D657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64" r="46486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76BF6-FD0C-5DD5-5AF4-A17B8005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18" y="346776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Benefits and Challenges of SOA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C92C24-2505-186C-A85F-7A90AD925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959169"/>
              </p:ext>
            </p:extLst>
          </p:nvPr>
        </p:nvGraphicFramePr>
        <p:xfrm>
          <a:off x="785446" y="1597688"/>
          <a:ext cx="10621108" cy="4698678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561757">
                  <a:extLst>
                    <a:ext uri="{9D8B030D-6E8A-4147-A177-3AD203B41FA5}">
                      <a16:colId xmlns:a16="http://schemas.microsoft.com/office/drawing/2014/main" val="3320435060"/>
                    </a:ext>
                  </a:extLst>
                </a:gridCol>
                <a:gridCol w="4364173">
                  <a:extLst>
                    <a:ext uri="{9D8B030D-6E8A-4147-A177-3AD203B41FA5}">
                      <a16:colId xmlns:a16="http://schemas.microsoft.com/office/drawing/2014/main" val="977178812"/>
                    </a:ext>
                  </a:extLst>
                </a:gridCol>
                <a:gridCol w="3695178">
                  <a:extLst>
                    <a:ext uri="{9D8B030D-6E8A-4147-A177-3AD203B41FA5}">
                      <a16:colId xmlns:a16="http://schemas.microsoft.com/office/drawing/2014/main" val="2035341765"/>
                    </a:ext>
                  </a:extLst>
                </a:gridCol>
              </a:tblGrid>
              <a:tr h="857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9857" marR="122967" marT="122967" marB="12296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Benefits</a:t>
                      </a:r>
                      <a:endParaRPr lang="en-US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9857" marR="122967" marT="122967" marB="1229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Challenges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9857" marR="122967" marT="122967" marB="1229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81333"/>
                  </a:ext>
                </a:extLst>
              </a:tr>
              <a:tr h="1280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Technical</a:t>
                      </a:r>
                    </a:p>
                  </a:txBody>
                  <a:tcPr marL="159857" marR="122967" marT="122967" marB="12296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Reusability, Interoperability, Scalability</a:t>
                      </a:r>
                    </a:p>
                  </a:txBody>
                  <a:tcPr marL="159857" marR="122967" marT="122967" marB="1229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Complexity, Performance, Testing</a:t>
                      </a:r>
                    </a:p>
                  </a:txBody>
                  <a:tcPr marL="159857" marR="122967" marT="122967" marB="1229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748276"/>
                  </a:ext>
                </a:extLst>
              </a:tr>
              <a:tr h="1280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Business</a:t>
                      </a:r>
                    </a:p>
                  </a:txBody>
                  <a:tcPr marL="159857" marR="122967" marT="122967" marB="12296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Agility, Alignment, Cost Efficiency</a:t>
                      </a:r>
                    </a:p>
                  </a:txBody>
                  <a:tcPr marL="159857" marR="122967" marT="122967" marB="1229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High Initial Investment, Change Management</a:t>
                      </a:r>
                    </a:p>
                  </a:txBody>
                  <a:tcPr marL="159857" marR="122967" marT="122967" marB="1229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70874"/>
                  </a:ext>
                </a:extLst>
              </a:tr>
              <a:tr h="1280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Organizational</a:t>
                      </a:r>
                    </a:p>
                  </a:txBody>
                  <a:tcPr marL="159857" marR="122967" marT="122967" marB="12296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Integration, Process Flexibility</a:t>
                      </a:r>
                    </a:p>
                  </a:txBody>
                  <a:tcPr marL="159857" marR="122967" marT="122967" marB="1229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Governance, Cultural Resistance</a:t>
                      </a:r>
                    </a:p>
                  </a:txBody>
                  <a:tcPr marL="159857" marR="122967" marT="122967" marB="1229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9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81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A8F52-144D-5472-8CFF-AC9830EB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96886-42B5-411B-3638-2B4BEBE39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We know WHAT is SOA</a:t>
            </a:r>
            <a:endParaRPr lang="en-US" dirty="0"/>
          </a:p>
        </p:txBody>
      </p:sp>
      <p:pic>
        <p:nvPicPr>
          <p:cNvPr id="12" name="Graphic 11" descr="Help">
            <a:extLst>
              <a:ext uri="{FF2B5EF4-FFF2-40B4-BE49-F238E27FC236}">
                <a16:creationId xmlns:a16="http://schemas.microsoft.com/office/drawing/2014/main" id="{E838D9AC-B370-AD9A-3DBC-E316A7DD4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78211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50D111-3546-279D-235C-3632D8CC2855}"/>
              </a:ext>
            </a:extLst>
          </p:cNvPr>
          <p:cNvSpPr txBox="1">
            <a:spLocks/>
          </p:cNvSpPr>
          <p:nvPr/>
        </p:nvSpPr>
        <p:spPr>
          <a:xfrm>
            <a:off x="2809809" y="353681"/>
            <a:ext cx="6572382" cy="974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400"/>
              <a:t>We know WHY we need SOA</a:t>
            </a:r>
          </a:p>
        </p:txBody>
      </p:sp>
      <p:pic>
        <p:nvPicPr>
          <p:cNvPr id="8" name="Graphic 7" descr="Head with Gears">
            <a:extLst>
              <a:ext uri="{FF2B5EF4-FFF2-40B4-BE49-F238E27FC236}">
                <a16:creationId xmlns:a16="http://schemas.microsoft.com/office/drawing/2014/main" id="{484A2B29-53D6-1C5F-0D60-D1739EB1D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769" y="1429352"/>
            <a:ext cx="4330461" cy="4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90E80-8395-508A-560C-4128B992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Module 2  - Modern SDLC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400BD927-805D-C89E-400C-0A1494563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78211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58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901FA-D2D3-FDBA-D51A-CA269EA3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/>
              <a:t>Concepts to understand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9723CF5-4C45-DE1C-B371-37E29F7E1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5799" y="2710748"/>
            <a:ext cx="5195446" cy="258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47CE71-8611-3A8B-9EFC-FFD91A9E53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349450"/>
              </p:ext>
            </p:extLst>
          </p:nvPr>
        </p:nvGraphicFramePr>
        <p:xfrm>
          <a:off x="612648" y="2212848"/>
          <a:ext cx="5862396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008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5C75B-D090-2F9B-2C72-4574F443F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2F618-4257-FF05-5D11-BF3311A2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Agile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4B93CD-DB87-2283-4101-C461055AF1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212848"/>
            <a:ext cx="586239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iterative delivery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continuous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adapt quickly to change.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Encourages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cross-functional collaboration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between development, QA, and business teams.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Emphasizes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working software over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enabling faster value delivery.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Uses frameworks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Scrum or Kanban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structured yet flexible progress.</a:t>
            </a:r>
          </a:p>
        </p:txBody>
      </p:sp>
      <p:pic>
        <p:nvPicPr>
          <p:cNvPr id="7" name="Picture 6" descr="A person reaching for a paper on a table full of paper and sticky notes">
            <a:extLst>
              <a:ext uri="{FF2B5EF4-FFF2-40B4-BE49-F238E27FC236}">
                <a16:creationId xmlns:a16="http://schemas.microsoft.com/office/drawing/2014/main" id="{C9E227F6-451F-526E-CACF-89D79DCF24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18" r="26911" b="-1"/>
          <a:stretch>
            <a:fillRect/>
          </a:stretch>
        </p:blipFill>
        <p:spPr>
          <a:xfrm>
            <a:off x="7305192" y="433384"/>
            <a:ext cx="4253911" cy="601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1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FFD99-2322-57A1-2D03-BCB555AC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52AB4C-CDF9-F99D-3286-EF07F96F0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AEF29-0D34-78DD-DF36-EED43B18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903749"/>
          </a:xfrm>
        </p:spPr>
        <p:txBody>
          <a:bodyPr anchor="b">
            <a:normAutofit/>
          </a:bodyPr>
          <a:lstStyle/>
          <a:p>
            <a:r>
              <a:rPr lang="en-US" sz="2000" dirty="0"/>
              <a:t>CI/CD (Continuous Integration / Continuous Delivery)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911CED-7DCA-F229-2C3D-8897E798B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212848"/>
            <a:ext cx="586239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Automates build, test, and deployment</a:t>
            </a:r>
            <a:r>
              <a:rPr lang="en-US" altLang="en-US" sz="1800" dirty="0">
                <a:latin typeface="Arial" panose="020B0604020202020204" pitchFamily="34" charset="0"/>
              </a:rPr>
              <a:t> processes to ensure rapid, reliable releases.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Detects integration issues early through </a:t>
            </a:r>
            <a:r>
              <a:rPr lang="en-US" altLang="en-US" sz="1800" b="1" dirty="0">
                <a:latin typeface="Arial" panose="020B0604020202020204" pitchFamily="34" charset="0"/>
              </a:rPr>
              <a:t>frequent code merges and automated tests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Enables </a:t>
            </a:r>
            <a:r>
              <a:rPr lang="en-US" altLang="en-US" sz="1800" b="1" dirty="0">
                <a:latin typeface="Arial" panose="020B0604020202020204" pitchFamily="34" charset="0"/>
              </a:rPr>
              <a:t>faster feedback loops</a:t>
            </a:r>
            <a:r>
              <a:rPr lang="en-US" altLang="en-US" sz="1800" dirty="0">
                <a:latin typeface="Arial" panose="020B0604020202020204" pitchFamily="34" charset="0"/>
              </a:rPr>
              <a:t> and reduces human error in deployments.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CI/CD pipelines are the backbone of </a:t>
            </a:r>
            <a:r>
              <a:rPr lang="en-US" altLang="en-US" sz="1800" b="1" dirty="0">
                <a:latin typeface="Arial" panose="020B0604020202020204" pitchFamily="34" charset="0"/>
              </a:rPr>
              <a:t>DevOps culture</a:t>
            </a:r>
            <a:r>
              <a:rPr lang="en-US" altLang="en-US" sz="1800" dirty="0">
                <a:latin typeface="Arial" panose="020B0604020202020204" pitchFamily="34" charset="0"/>
              </a:rPr>
              <a:t> and modern delivery speed.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9E1DC180-D813-D60C-7A8E-867E96F6B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952" y="2531347"/>
            <a:ext cx="5105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633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C9673-733F-7E87-11F2-39878FC0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0" name="Rectangle 615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A2A7D-B023-0913-A888-9FBE65AB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/>
              <a:t>Containerization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44420C4-F210-840D-7BEA-425B30CF9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212848"/>
            <a:ext cx="586239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Packages applications with all dependencies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consistent behavior across environments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Simplifies deployment, scaling, and rollback of applications.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Common tools: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Docker,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Podman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Increases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portability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from developer laptop to production server.</a:t>
            </a:r>
          </a:p>
        </p:txBody>
      </p:sp>
      <p:pic>
        <p:nvPicPr>
          <p:cNvPr id="6148" name="Picture 4" descr="A group of colorful shipping containers&#10;&#10;AI-generated content may be incorrect.">
            <a:extLst>
              <a:ext uri="{FF2B5EF4-FFF2-40B4-BE49-F238E27FC236}">
                <a16:creationId xmlns:a16="http://schemas.microsoft.com/office/drawing/2014/main" id="{1DFF6FF8-F919-69E6-290B-B9435F8F3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1395" y="2144075"/>
            <a:ext cx="4681506" cy="259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345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6200-CB63-3ACE-E163-FEF55C65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FBD16-A909-87D6-EA9E-74D498EB5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1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4107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A8ED9-C298-EAF5-4DE1-21F7132C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5" cy="1132258"/>
          </a:xfrm>
        </p:spPr>
        <p:txBody>
          <a:bodyPr>
            <a:normAutofit/>
          </a:bodyPr>
          <a:lstStyle/>
          <a:p>
            <a:r>
              <a:rPr lang="en-US"/>
              <a:t>Orchestration</a:t>
            </a:r>
          </a:p>
        </p:txBody>
      </p:sp>
      <p:pic>
        <p:nvPicPr>
          <p:cNvPr id="4103" name="Picture 7">
            <a:extLst>
              <a:ext uri="{FF2B5EF4-FFF2-40B4-BE49-F238E27FC236}">
                <a16:creationId xmlns:a16="http://schemas.microsoft.com/office/drawing/2014/main" id="{05BD9399-7B0E-DFB3-5D74-FCC00D49E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" r="-18" b="-18"/>
          <a:stretch>
            <a:fillRect/>
          </a:stretch>
        </p:blipFill>
        <p:spPr bwMode="auto">
          <a:xfrm>
            <a:off x="731520" y="1829678"/>
            <a:ext cx="6201843" cy="442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AA6C1467-0971-055E-1C08-E08C4AEBA9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4040" y="1775011"/>
            <a:ext cx="4977283" cy="45343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management, scaling, and coordination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of containers across clusters.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availability, load balancing, and self-healing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systems.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platforms: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Kubernetes, Docker Swarm, OpenShift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Integral to managing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microservices architectures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at scale.</a:t>
            </a:r>
          </a:p>
        </p:txBody>
      </p:sp>
    </p:spTree>
    <p:extLst>
      <p:ext uri="{BB962C8B-B14F-4D97-AF65-F5344CB8AC3E}">
        <p14:creationId xmlns:p14="http://schemas.microsoft.com/office/powerpoint/2010/main" val="2639210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F43B4-8DF1-25A1-E716-60287C147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5E0DE0-E304-5961-7A94-2CFEA60C2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292E1-7878-66EE-5642-26C73600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Module 3  - SOA Layers 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BE6EBB38-70C1-1256-0F86-B1E12158D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78211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63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03C3-DC2B-D774-2CEB-97FC9FB2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 Layers - Operational Systems Layer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863B-05A2-0E72-4CB6-0CB3ED79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4622543" cy="459382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What it is:</a:t>
            </a:r>
          </a:p>
          <a:p>
            <a:pPr lvl="1"/>
            <a:r>
              <a:rPr lang="en-US" dirty="0"/>
              <a:t>This is the foundation layer of SOA that contains the </a:t>
            </a:r>
            <a:r>
              <a:rPr lang="en-US" b="1" dirty="0"/>
              <a:t>existing enterprise systems and data sources.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Legacy applications, ERP systems (like SAP), CRM systems, and databases.</a:t>
            </a:r>
          </a:p>
          <a:p>
            <a:r>
              <a:rPr lang="en-US" dirty="0"/>
              <a:t>Role:</a:t>
            </a:r>
          </a:p>
          <a:p>
            <a:pPr lvl="1"/>
            <a:r>
              <a:rPr lang="en-US" dirty="0"/>
              <a:t>It provides the core business functionality and data that higher layers expose as services.</a:t>
            </a:r>
          </a:p>
          <a:p>
            <a:r>
              <a:rPr lang="en-US" dirty="0"/>
              <a:t>Key idea:</a:t>
            </a:r>
          </a:p>
          <a:p>
            <a:pPr lvl="1"/>
            <a:r>
              <a:rPr lang="en-US" dirty="0"/>
              <a:t>SOA does not replace these systems — it wraps them so their functionality can be reused.</a:t>
            </a:r>
          </a:p>
        </p:txBody>
      </p:sp>
      <p:pic>
        <p:nvPicPr>
          <p:cNvPr id="8194" name="Picture 2" descr="Service Oriented Architecture · Umair's Blog">
            <a:extLst>
              <a:ext uri="{FF2B5EF4-FFF2-40B4-BE49-F238E27FC236}">
                <a16:creationId xmlns:a16="http://schemas.microsoft.com/office/drawing/2014/main" id="{80ED7540-945D-1104-0DF9-BCD7AB9C4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437" y="1899138"/>
            <a:ext cx="5665198" cy="366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273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E52C9-C437-4D3A-70A1-622CF442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5E35-930A-BD2C-5C79-F77539CD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 Layers - Service Component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6876-2BB8-5171-ED62-204629B91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4622543" cy="459382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What it is:</a:t>
            </a:r>
          </a:p>
          <a:p>
            <a:pPr lvl="1"/>
            <a:r>
              <a:rPr lang="en-US" dirty="0"/>
              <a:t>This layer contains </a:t>
            </a:r>
            <a:r>
              <a:rPr lang="en-US" b="1" dirty="0"/>
              <a:t>software components</a:t>
            </a:r>
            <a:r>
              <a:rPr lang="en-US" dirty="0"/>
              <a:t> that encapsulate and expose specific functionality from the operational systems as </a:t>
            </a:r>
            <a:r>
              <a:rPr lang="en-US" b="1" dirty="0"/>
              <a:t>services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 “</a:t>
            </a:r>
            <a:r>
              <a:rPr lang="en-US" b="1" dirty="0"/>
              <a:t>Customer Management Component</a:t>
            </a:r>
            <a:r>
              <a:rPr lang="en-US" dirty="0"/>
              <a:t>” that retrieves customer data from a CRM system and exposes it as a web service.</a:t>
            </a:r>
          </a:p>
          <a:p>
            <a:r>
              <a:rPr lang="en-US" dirty="0"/>
              <a:t>Role:</a:t>
            </a:r>
          </a:p>
          <a:p>
            <a:pPr lvl="1"/>
            <a:r>
              <a:rPr lang="en-US" dirty="0"/>
              <a:t>Acts as a bridge, isolating service logic from the complexities of underlying systems.</a:t>
            </a:r>
          </a:p>
          <a:p>
            <a:r>
              <a:rPr lang="en-US" dirty="0"/>
              <a:t>Key idea:</a:t>
            </a:r>
          </a:p>
          <a:p>
            <a:pPr lvl="1"/>
            <a:r>
              <a:rPr lang="en-US" dirty="0"/>
              <a:t>Promotes </a:t>
            </a:r>
            <a:r>
              <a:rPr lang="en-US" b="1" dirty="0"/>
              <a:t>modularity</a:t>
            </a:r>
            <a:r>
              <a:rPr lang="en-US" dirty="0"/>
              <a:t> and </a:t>
            </a:r>
            <a:r>
              <a:rPr lang="en-US" b="1" dirty="0"/>
              <a:t>reusability,</a:t>
            </a:r>
            <a:r>
              <a:rPr lang="en-US" dirty="0"/>
              <a:t> each component can be developed, deployed, and maintained independently.</a:t>
            </a:r>
          </a:p>
        </p:txBody>
      </p:sp>
      <p:pic>
        <p:nvPicPr>
          <p:cNvPr id="8194" name="Picture 2" descr="Service Oriented Architecture · Umair's Blog">
            <a:extLst>
              <a:ext uri="{FF2B5EF4-FFF2-40B4-BE49-F238E27FC236}">
                <a16:creationId xmlns:a16="http://schemas.microsoft.com/office/drawing/2014/main" id="{DCD32882-6CC8-EE31-40E5-08E6A48E8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437" y="1899138"/>
            <a:ext cx="5665198" cy="366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361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0CE0-DC97-0219-1515-5E4D0A0BC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07AD-3CF2-8DB6-3908-AF7257D9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 Layers - Services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E8F50-BA6A-9647-A215-88E9AD5F9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4622543" cy="459382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What it is:</a:t>
            </a:r>
          </a:p>
          <a:p>
            <a:pPr lvl="1"/>
            <a:r>
              <a:rPr lang="en-US" dirty="0"/>
              <a:t>This layer contains the </a:t>
            </a:r>
            <a:r>
              <a:rPr lang="en-US" b="1" dirty="0"/>
              <a:t>actual services</a:t>
            </a:r>
            <a:r>
              <a:rPr lang="en-US" dirty="0"/>
              <a:t> that can be discovered and invoked by other parts of the architecture.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Services like “</a:t>
            </a:r>
            <a:r>
              <a:rPr lang="en-US" dirty="0" err="1"/>
              <a:t>GetCustomerDetails</a:t>
            </a:r>
            <a:r>
              <a:rPr lang="en-US" dirty="0"/>
              <a:t>”, “</a:t>
            </a:r>
            <a:r>
              <a:rPr lang="en-US" dirty="0" err="1"/>
              <a:t>PlaceOrder</a:t>
            </a:r>
            <a:r>
              <a:rPr lang="en-US" dirty="0"/>
              <a:t>”, “</a:t>
            </a:r>
            <a:r>
              <a:rPr lang="en-US" dirty="0" err="1"/>
              <a:t>CheckInventory</a:t>
            </a:r>
            <a:r>
              <a:rPr lang="en-US" dirty="0"/>
              <a:t>”.</a:t>
            </a:r>
          </a:p>
          <a:p>
            <a:r>
              <a:rPr lang="en-US" dirty="0"/>
              <a:t>Role:</a:t>
            </a:r>
          </a:p>
          <a:p>
            <a:pPr lvl="1"/>
            <a:r>
              <a:rPr lang="en-US" dirty="0"/>
              <a:t>Provides a catalog of well-defined business and application services that can be reused by multiple applications.</a:t>
            </a:r>
          </a:p>
          <a:p>
            <a:r>
              <a:rPr lang="en-US" dirty="0"/>
              <a:t>Key idea:</a:t>
            </a:r>
          </a:p>
          <a:p>
            <a:pPr lvl="1"/>
            <a:r>
              <a:rPr lang="en-US" dirty="0"/>
              <a:t>Defines </a:t>
            </a:r>
            <a:r>
              <a:rPr lang="en-US" b="1" dirty="0"/>
              <a:t>standardized, interoperable interfaces</a:t>
            </a:r>
            <a:r>
              <a:rPr lang="en-US" dirty="0"/>
              <a:t> (often using APIs or web services).</a:t>
            </a:r>
          </a:p>
        </p:txBody>
      </p:sp>
      <p:pic>
        <p:nvPicPr>
          <p:cNvPr id="8194" name="Picture 2" descr="Service Oriented Architecture · Umair's Blog">
            <a:extLst>
              <a:ext uri="{FF2B5EF4-FFF2-40B4-BE49-F238E27FC236}">
                <a16:creationId xmlns:a16="http://schemas.microsoft.com/office/drawing/2014/main" id="{309A8925-088E-FFEC-1AC3-39F61EBC7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437" y="1899138"/>
            <a:ext cx="5665198" cy="366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816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ECC4-5A30-3B21-1221-4B755064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2C4B9-5E13-8E14-9F10-AB7A1844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 Layers - Business Process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F80E3-2C2F-E93B-B11B-86019F794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4622543" cy="459382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What it is:</a:t>
            </a:r>
          </a:p>
          <a:p>
            <a:pPr lvl="1"/>
            <a:r>
              <a:rPr lang="en-US" dirty="0"/>
              <a:t>This layer focuses on </a:t>
            </a:r>
            <a:r>
              <a:rPr lang="en-US" b="1" dirty="0"/>
              <a:t>business workflows and process orchestration</a:t>
            </a:r>
            <a:r>
              <a:rPr lang="en-US" dirty="0"/>
              <a:t> how individual services are combined to achieve business goals.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 “</a:t>
            </a:r>
            <a:r>
              <a:rPr lang="en-US" dirty="0" err="1"/>
              <a:t>FulfillOrder</a:t>
            </a:r>
            <a:r>
              <a:rPr lang="en-US" dirty="0"/>
              <a:t>” process that orchestrates “</a:t>
            </a:r>
            <a:r>
              <a:rPr lang="en-US" dirty="0" err="1"/>
              <a:t>CheckInventory</a:t>
            </a:r>
            <a:r>
              <a:rPr lang="en-US" dirty="0"/>
              <a:t>”, “</a:t>
            </a:r>
            <a:r>
              <a:rPr lang="en-US" dirty="0" err="1"/>
              <a:t>ProcessPayment</a:t>
            </a:r>
            <a:r>
              <a:rPr lang="en-US" dirty="0"/>
              <a:t>”, and “</a:t>
            </a:r>
            <a:r>
              <a:rPr lang="en-US" dirty="0" err="1"/>
              <a:t>ShipOrder</a:t>
            </a:r>
            <a:r>
              <a:rPr lang="en-US" dirty="0"/>
              <a:t>” services.</a:t>
            </a:r>
          </a:p>
          <a:p>
            <a:r>
              <a:rPr lang="en-US" dirty="0"/>
              <a:t>Role:</a:t>
            </a:r>
          </a:p>
          <a:p>
            <a:pPr lvl="1"/>
            <a:r>
              <a:rPr lang="en-US" dirty="0"/>
              <a:t>Coordinates multiple services to implement complex business processes.</a:t>
            </a:r>
          </a:p>
          <a:p>
            <a:r>
              <a:rPr lang="en-US" dirty="0"/>
              <a:t>Key idea:</a:t>
            </a:r>
          </a:p>
          <a:p>
            <a:pPr lvl="1"/>
            <a:r>
              <a:rPr lang="en-US" dirty="0"/>
              <a:t>Enables </a:t>
            </a:r>
            <a:r>
              <a:rPr lang="en-US" b="1" dirty="0"/>
              <a:t>flexibility</a:t>
            </a:r>
            <a:r>
              <a:rPr lang="en-US" dirty="0"/>
              <a:t> — processes can be modified or automated without changing the underlying systems.</a:t>
            </a:r>
          </a:p>
        </p:txBody>
      </p:sp>
      <p:pic>
        <p:nvPicPr>
          <p:cNvPr id="8194" name="Picture 2" descr="Service Oriented Architecture · Umair's Blog">
            <a:extLst>
              <a:ext uri="{FF2B5EF4-FFF2-40B4-BE49-F238E27FC236}">
                <a16:creationId xmlns:a16="http://schemas.microsoft.com/office/drawing/2014/main" id="{051274BB-94DC-AE79-DE29-1BAB2B587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437" y="1899138"/>
            <a:ext cx="5665198" cy="366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917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B9890-4847-6A83-A3FF-E0CAD1F5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FDBA-43DE-2895-25AD-950E8F321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 Layers – Consumer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758E8-6738-6407-1069-427D0CCBC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4622543" cy="45938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it is:</a:t>
            </a:r>
          </a:p>
          <a:p>
            <a:pPr lvl="1"/>
            <a:r>
              <a:rPr lang="en-US" dirty="0"/>
              <a:t>The top layer where </a:t>
            </a:r>
            <a:r>
              <a:rPr lang="en-US" b="1" dirty="0"/>
              <a:t>end-users, applications, or external systems</a:t>
            </a:r>
            <a:r>
              <a:rPr lang="en-US" dirty="0"/>
              <a:t> access the services and processes.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Web portals, mobile apps, dashboards, or partner systems consuming APIs.</a:t>
            </a:r>
          </a:p>
          <a:p>
            <a:r>
              <a:rPr lang="en-US" dirty="0"/>
              <a:t>Role:</a:t>
            </a:r>
          </a:p>
          <a:p>
            <a:pPr lvl="1"/>
            <a:r>
              <a:rPr lang="en-US" dirty="0"/>
              <a:t>Provides interfaces for interaction with the SOA environment.</a:t>
            </a:r>
          </a:p>
          <a:p>
            <a:r>
              <a:rPr lang="en-US" dirty="0"/>
              <a:t>Key idea:</a:t>
            </a:r>
          </a:p>
          <a:p>
            <a:pPr lvl="1"/>
            <a:r>
              <a:rPr lang="en-US" dirty="0"/>
              <a:t>Ensures </a:t>
            </a:r>
            <a:r>
              <a:rPr lang="en-US" b="1" dirty="0"/>
              <a:t>usability,</a:t>
            </a:r>
            <a:r>
              <a:rPr lang="en-US" dirty="0"/>
              <a:t> presents aggregated and meaningful information to users or other systems.</a:t>
            </a:r>
          </a:p>
        </p:txBody>
      </p:sp>
      <p:pic>
        <p:nvPicPr>
          <p:cNvPr id="8194" name="Picture 2" descr="Service Oriented Architecture · Umair's Blog">
            <a:extLst>
              <a:ext uri="{FF2B5EF4-FFF2-40B4-BE49-F238E27FC236}">
                <a16:creationId xmlns:a16="http://schemas.microsoft.com/office/drawing/2014/main" id="{28265BDC-69EB-FF4A-2B18-C7801D522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437" y="1899138"/>
            <a:ext cx="5665198" cy="366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599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DB26E-C773-AD8E-299D-8AC7F89E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D3B08A-4538-A760-87C8-D38D7077F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2FEA8-3948-D526-FC4A-941DD514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Module 4  - SOA Infrastructure 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319879CF-7305-DAB5-D18C-ECD9D8B6B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78211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36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7810E-80C3-F209-F34A-CE34B1F8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2" name="Rectangle 10251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73FF-5857-6D2C-CDA9-333B4D65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SOA Infrastructure – ESB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36DD6-A618-B7B7-2E2B-E0AA1AE20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483352" cy="4096512"/>
          </a:xfrm>
        </p:spPr>
        <p:txBody>
          <a:bodyPr>
            <a:normAutofit fontScale="92500" lnSpcReduction="10000"/>
          </a:bodyPr>
          <a:lstStyle/>
          <a:p>
            <a:pPr marL="228600" lvl="1" indent="0">
              <a:lnSpc>
                <a:spcPct val="150000"/>
              </a:lnSpc>
              <a:buNone/>
            </a:pPr>
            <a:r>
              <a:rPr lang="en-US" sz="1500" b="1" dirty="0"/>
              <a:t>Definition</a:t>
            </a:r>
            <a:r>
              <a:rPr lang="en-US" sz="1500" dirty="0"/>
              <a:t>: An </a:t>
            </a:r>
            <a:r>
              <a:rPr lang="en-US" sz="1500" b="1" dirty="0"/>
              <a:t>Enterprise Service Bus</a:t>
            </a:r>
            <a:r>
              <a:rPr lang="en-US" sz="1500" dirty="0"/>
              <a:t> is a middleware that enables different services and applications to communicate with each other in a </a:t>
            </a:r>
            <a:r>
              <a:rPr lang="en-US" sz="1500" b="1" dirty="0"/>
              <a:t>standardized, loosely coupled</a:t>
            </a:r>
            <a:r>
              <a:rPr lang="en-US" sz="1500" dirty="0"/>
              <a:t> way.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Why it matters:</a:t>
            </a:r>
            <a:br>
              <a:rPr lang="en-US" sz="1500" dirty="0"/>
            </a:br>
            <a:r>
              <a:rPr lang="en-US" sz="1500" dirty="0"/>
              <a:t>ESB removes point-to-point integrations and replaces them with a </a:t>
            </a:r>
            <a:r>
              <a:rPr lang="en-US" sz="1500" b="1" dirty="0"/>
              <a:t>central communication hub</a:t>
            </a:r>
            <a:r>
              <a:rPr lang="en-US" sz="1500" dirty="0"/>
              <a:t>, simplifying service interaction and reducing integration complexity.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Example:</a:t>
            </a:r>
            <a:br>
              <a:rPr lang="en-US" sz="1500" dirty="0"/>
            </a:br>
            <a:r>
              <a:rPr lang="en-US" sz="1500" dirty="0"/>
              <a:t>If a CRM service sends customer data in XML but the inventory service only understands JSON, the ESB automatically transforms and routes the message appropriately.</a:t>
            </a:r>
          </a:p>
          <a:p>
            <a:pPr lvl="1">
              <a:lnSpc>
                <a:spcPct val="110000"/>
              </a:lnSpc>
            </a:pPr>
            <a:endParaRPr lang="en-US" sz="1500" dirty="0"/>
          </a:p>
          <a:p>
            <a:pPr lvl="1">
              <a:lnSpc>
                <a:spcPct val="110000"/>
              </a:lnSpc>
            </a:pPr>
            <a:endParaRPr lang="en-US" sz="1500" dirty="0"/>
          </a:p>
        </p:txBody>
      </p:sp>
      <p:pic>
        <p:nvPicPr>
          <p:cNvPr id="10242" name="Picture 2" descr="ESB (Enterprise Service Bus) - ویرگول">
            <a:extLst>
              <a:ext uri="{FF2B5EF4-FFF2-40B4-BE49-F238E27FC236}">
                <a16:creationId xmlns:a16="http://schemas.microsoft.com/office/drawing/2014/main" id="{AE6E240D-8220-EE70-F555-1C8528EA0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5044" y="2511216"/>
            <a:ext cx="5540705" cy="282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579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8D009-AD98-7C99-1131-700FADB74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8" name="Rectangle 9227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35AD0-9C98-D8CB-348C-75A89E21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SOA Infrastructure – ESB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9A65-85C0-303E-6015-AC6ED0642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483352" cy="409651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Main functions: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Message routing:</a:t>
            </a:r>
            <a:r>
              <a:rPr lang="en-US" dirty="0"/>
              <a:t> Directs messages between services (e.g., from Order Service to Payment Service).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Message transformation:</a:t>
            </a:r>
            <a:r>
              <a:rPr lang="en-US" dirty="0"/>
              <a:t> Converts data formats or protocols (e.g., XML → JSON).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Protocol mediation:</a:t>
            </a:r>
            <a:r>
              <a:rPr lang="en-US" dirty="0"/>
              <a:t> Allows communication between services using different technologies (e.g., HTTP, JMS, FTP).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Security and monitoring:</a:t>
            </a:r>
            <a:r>
              <a:rPr lang="en-US" dirty="0"/>
              <a:t> Provides authentication, authorization, and message tracking.</a:t>
            </a:r>
          </a:p>
          <a:p>
            <a:pPr lvl="1">
              <a:lnSpc>
                <a:spcPct val="110000"/>
              </a:lnSpc>
            </a:pPr>
            <a:endParaRPr lang="en-US" dirty="0"/>
          </a:p>
        </p:txBody>
      </p:sp>
      <p:pic>
        <p:nvPicPr>
          <p:cNvPr id="4" name="Picture 2" descr="ESB (Enterprise Service Bus) - ویرگول">
            <a:extLst>
              <a:ext uri="{FF2B5EF4-FFF2-40B4-BE49-F238E27FC236}">
                <a16:creationId xmlns:a16="http://schemas.microsoft.com/office/drawing/2014/main" id="{8AA97E77-BFD9-27D0-05E1-C9BED960A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97949" y="2662813"/>
            <a:ext cx="5271146" cy="268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705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A419D-79B3-07EC-A992-CD3A1AEE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84EC67-A204-F5EC-A0EF-F3871181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sz="3300"/>
              <a:t>SOA Infrastructure – Service Registry /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A9C6B-E26D-EA41-C5EE-097EEC707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228600" lvl="1" indent="0">
              <a:buNone/>
            </a:pPr>
            <a:r>
              <a:rPr lang="en-US" b="1" dirty="0"/>
              <a:t>Definition</a:t>
            </a:r>
            <a:r>
              <a:rPr lang="en-US" dirty="0"/>
              <a:t>: A </a:t>
            </a:r>
            <a:r>
              <a:rPr lang="en-US" b="1" dirty="0"/>
              <a:t>Service Registry</a:t>
            </a:r>
            <a:r>
              <a:rPr lang="en-US" dirty="0"/>
              <a:t> (and its companion </a:t>
            </a:r>
            <a:r>
              <a:rPr lang="en-US" b="1" dirty="0"/>
              <a:t>Repository</a:t>
            </a:r>
            <a:r>
              <a:rPr lang="en-US" dirty="0"/>
              <a:t>) is like a </a:t>
            </a:r>
            <a:r>
              <a:rPr lang="en-US" b="1" dirty="0"/>
              <a:t>“yellow pages”</a:t>
            </a:r>
            <a:r>
              <a:rPr lang="en-US" dirty="0"/>
              <a:t> or </a:t>
            </a:r>
            <a:r>
              <a:rPr lang="en-US" b="1" dirty="0"/>
              <a:t>directory</a:t>
            </a:r>
            <a:r>
              <a:rPr lang="en-US" dirty="0"/>
              <a:t> for all services in the SOA environment.</a:t>
            </a:r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pPr marL="228600" lvl="1" indent="0">
              <a:buNone/>
            </a:pPr>
            <a:r>
              <a:rPr lang="en-US" dirty="0"/>
              <a:t>It ensures that all services are </a:t>
            </a:r>
            <a:r>
              <a:rPr lang="en-US" b="1" dirty="0"/>
              <a:t>discoverable</a:t>
            </a:r>
            <a:r>
              <a:rPr lang="en-US" dirty="0"/>
              <a:t>, </a:t>
            </a:r>
            <a:r>
              <a:rPr lang="en-US" b="1" dirty="0"/>
              <a:t>reusable</a:t>
            </a:r>
            <a:r>
              <a:rPr lang="en-US" dirty="0"/>
              <a:t>, and </a:t>
            </a:r>
            <a:r>
              <a:rPr lang="en-US" b="1" dirty="0"/>
              <a:t>managed consistently</a:t>
            </a:r>
            <a:r>
              <a:rPr lang="en-US" dirty="0"/>
              <a:t> across the enterprise.</a:t>
            </a:r>
          </a:p>
          <a:p>
            <a:r>
              <a:rPr lang="en-US" sz="1800" b="1" dirty="0"/>
              <a:t>Example:</a:t>
            </a:r>
            <a:br>
              <a:rPr lang="en-US" sz="1800" dirty="0"/>
            </a:br>
            <a:r>
              <a:rPr lang="en-US" sz="1800" dirty="0"/>
              <a:t>When a new application needs customer information, it searches the registry for “</a:t>
            </a:r>
            <a:r>
              <a:rPr lang="en-US" sz="1800" dirty="0" err="1"/>
              <a:t>CustomerDataService</a:t>
            </a:r>
            <a:r>
              <a:rPr lang="en-US" sz="1800" dirty="0"/>
              <a:t>” instead of creating a new one — promoting reuse.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4C8D531-2FD8-E92C-D8A1-0E1861F90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2" r="11001"/>
          <a:stretch>
            <a:fillRect/>
          </a:stretch>
        </p:blipFill>
        <p:spPr bwMode="auto">
          <a:xfrm>
            <a:off x="7345680" y="10"/>
            <a:ext cx="48463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2641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A9CA3-374E-66DD-5AFF-6A88BF88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3" name="Rectangle 9232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EF221-7FE8-C1B7-5BBE-FFDB71E66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sz="3300"/>
              <a:t>SOA Infrastructure – Service Registry /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9D4FC-CF88-F353-826A-339EBC8C5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 b="1" dirty="0"/>
              <a:t>Main functions:</a:t>
            </a:r>
            <a:endParaRPr lang="en-US" sz="1800" dirty="0"/>
          </a:p>
          <a:p>
            <a:pPr lvl="1"/>
            <a:r>
              <a:rPr lang="en-US" b="1"/>
              <a:t>Service discovery:</a:t>
            </a:r>
            <a:r>
              <a:rPr lang="en-US"/>
              <a:t> Allows developers and applications to find available services by name, type, or interface.</a:t>
            </a:r>
          </a:p>
          <a:p>
            <a:pPr lvl="1"/>
            <a:r>
              <a:rPr lang="en-US" b="1"/>
              <a:t>Metadata management:</a:t>
            </a:r>
            <a:r>
              <a:rPr lang="en-US"/>
              <a:t> Stores details like service descriptions (WSDLs, endpoints, policies, and versions).</a:t>
            </a:r>
          </a:p>
          <a:p>
            <a:pPr lvl="1"/>
            <a:r>
              <a:rPr lang="en-US" b="1"/>
              <a:t>Governance and lifecycle management:</a:t>
            </a:r>
            <a:r>
              <a:rPr lang="en-US"/>
              <a:t> Helps control service versions, ownership, and usage policies</a:t>
            </a:r>
            <a:r>
              <a:rPr lang="en-US" dirty="0"/>
              <a:t>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526C13C-8649-1F2B-DB1D-323C6237D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2" r="11001"/>
          <a:stretch>
            <a:fillRect/>
          </a:stretch>
        </p:blipFill>
        <p:spPr bwMode="auto">
          <a:xfrm>
            <a:off x="7345680" y="10"/>
            <a:ext cx="48463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015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061EE-7649-721B-A987-8B7BCFBE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512F9-9CCE-F6C4-60E8-8E2A269D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SOA Infrastructure – Message Brokers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ABB2-59F7-8F3D-8B7D-0A075265D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228600" lvl="1" indent="0">
              <a:lnSpc>
                <a:spcPct val="110000"/>
              </a:lnSpc>
              <a:buNone/>
            </a:pPr>
            <a:r>
              <a:rPr lang="en-US" sz="1500" b="1"/>
              <a:t>Definition</a:t>
            </a:r>
            <a:r>
              <a:rPr lang="en-US" sz="1500"/>
              <a:t>: A </a:t>
            </a:r>
            <a:r>
              <a:rPr lang="en-US" sz="1500" b="1"/>
              <a:t>Message Broker</a:t>
            </a:r>
            <a:r>
              <a:rPr lang="en-US" sz="1500"/>
              <a:t> is a middleware system that </a:t>
            </a:r>
            <a:r>
              <a:rPr lang="en-US" sz="1500" b="1"/>
              <a:t>handles message queuing, routing, and event distribution</a:t>
            </a:r>
            <a:r>
              <a:rPr lang="en-US" sz="1500"/>
              <a:t> between services — often part of or working alongside the ESB.</a:t>
            </a:r>
          </a:p>
          <a:p>
            <a:pPr>
              <a:lnSpc>
                <a:spcPct val="110000"/>
              </a:lnSpc>
            </a:pPr>
            <a:r>
              <a:rPr lang="en-US" sz="1500" b="1"/>
              <a:t>Why it matters: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Improves scalability and reliability — enabling services to communicate efficiently even under high loads or network interruptions.</a:t>
            </a:r>
          </a:p>
          <a:p>
            <a:pPr>
              <a:lnSpc>
                <a:spcPct val="110000"/>
              </a:lnSpc>
            </a:pPr>
            <a:r>
              <a:rPr lang="en-US" sz="1500" b="1"/>
              <a:t>Example: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When an order is placed, an “OrderPlaced” message is published to the broker. Inventory, billing, and notification services each subscribe and react independently.</a:t>
            </a:r>
          </a:p>
        </p:txBody>
      </p:sp>
      <p:pic>
        <p:nvPicPr>
          <p:cNvPr id="14338" name="Picture 2" descr="Message queue vs message broker - what's the difference?">
            <a:extLst>
              <a:ext uri="{FF2B5EF4-FFF2-40B4-BE49-F238E27FC236}">
                <a16:creationId xmlns:a16="http://schemas.microsoft.com/office/drawing/2014/main" id="{D991988D-8653-CBE5-58A2-F636E1390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68" r="30612"/>
          <a:stretch>
            <a:fillRect/>
          </a:stretch>
        </p:blipFill>
        <p:spPr bwMode="auto">
          <a:xfrm>
            <a:off x="7345680" y="10"/>
            <a:ext cx="48463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028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4FDD6-FB06-4C66-A174-262CB58D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7" name="Rectangle 12296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31F15-E019-86A2-BD11-07FECE1E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SOA Infrastructure – Service Message Brokers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DCE2-BFDC-3B5D-AF6D-E1DBEBD92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 b="1" dirty="0"/>
              <a:t>Main functions:</a:t>
            </a:r>
            <a:endParaRPr lang="en-US" sz="1800" dirty="0"/>
          </a:p>
          <a:p>
            <a:pPr lvl="1"/>
            <a:r>
              <a:rPr lang="en-US" b="1"/>
              <a:t>Asynchronous communication: </a:t>
            </a:r>
            <a:r>
              <a:rPr lang="en-US"/>
              <a:t>Allows services to send and receive messages without waiting (decoupling producers and consumers).</a:t>
            </a:r>
          </a:p>
          <a:p>
            <a:pPr lvl="1"/>
            <a:r>
              <a:rPr lang="en-US" b="1"/>
              <a:t>Reliable delivery</a:t>
            </a:r>
            <a:r>
              <a:rPr lang="en-US"/>
              <a:t>: Ensures messages are not lost even if a service is temporarily unavailable.</a:t>
            </a:r>
          </a:p>
          <a:p>
            <a:pPr lvl="1"/>
            <a:r>
              <a:rPr lang="en-US" b="1"/>
              <a:t>Event-driven integration</a:t>
            </a:r>
            <a:r>
              <a:rPr lang="en-US"/>
              <a:t>: Supports publish/subscribe and event-based architectures.</a:t>
            </a:r>
          </a:p>
        </p:txBody>
      </p:sp>
      <p:pic>
        <p:nvPicPr>
          <p:cNvPr id="12292" name="Picture 4" descr="Message queue vs message broker - what's the difference?">
            <a:extLst>
              <a:ext uri="{FF2B5EF4-FFF2-40B4-BE49-F238E27FC236}">
                <a16:creationId xmlns:a16="http://schemas.microsoft.com/office/drawing/2014/main" id="{14F90151-7720-DEF0-60E4-00F146D17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68" r="30612"/>
          <a:stretch>
            <a:fillRect/>
          </a:stretch>
        </p:blipFill>
        <p:spPr bwMode="auto">
          <a:xfrm>
            <a:off x="7345680" y="10"/>
            <a:ext cx="48463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729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6" name="Rectangle 717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2D77A-9C0E-A81B-A594-251D0A929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13198"/>
            <a:ext cx="7667194" cy="960548"/>
          </a:xfrm>
        </p:spPr>
        <p:txBody>
          <a:bodyPr anchor="b">
            <a:normAutofit/>
          </a:bodyPr>
          <a:lstStyle/>
          <a:p>
            <a:r>
              <a:rPr lang="en-US" sz="3300" dirty="0"/>
              <a:t>Distributed systems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853AE8-D5CF-3074-DCAF-8BDA73685E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1787124"/>
            <a:ext cx="4621553" cy="38971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collection of independent computers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that appear to users as a single coherent system.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Designed for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scalability, fault tolerance, and high availability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parallel processing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resource sharing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across multiple nodes.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Require mechanisms for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consistency, synchronization, and communication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Common challenges: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latency, network failures, concurrency, and security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171" name="Picture 3" descr="System Models in Distributed Systems - Inel Pandzic">
            <a:extLst>
              <a:ext uri="{FF2B5EF4-FFF2-40B4-BE49-F238E27FC236}">
                <a16:creationId xmlns:a16="http://schemas.microsoft.com/office/drawing/2014/main" id="{CA217A13-72A6-5226-A6D5-CADA5647F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46848" y="1846342"/>
            <a:ext cx="5732503" cy="322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838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10DE3-2406-BBE0-510F-5312A35A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ED2D52-2C9E-919E-8246-1D2BDF55F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71A8-0E44-373F-760F-22D8C449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81" y="501345"/>
            <a:ext cx="10731640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Module 5  - Service Communication &amp; Protocols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68AC806E-6C18-F84B-AF0B-0A2D83C6C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782115"/>
            <a:ext cx="3113314" cy="31133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ECD62-F36D-94E6-35B6-D47BA0FDC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913" y="5038400"/>
            <a:ext cx="4944091" cy="8970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How Services Talk to Each Other??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807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6AA7E-4061-A5BB-E523-618A4B32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Learning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2F6ACE-484B-C397-143F-FC51604FF3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69199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765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E7E80-CAA3-EB02-3817-212A0E36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3400"/>
              <a:t>The Challenge: How Do Services Communicate?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ABFADB-6DE4-52CA-C981-85A4322CC3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99460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765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FDF5F-90A5-6218-D319-C9B012E0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/>
              <a:t>REST: Representational State Transfer</a:t>
            </a:r>
            <a:br>
              <a:rPr lang="en-US"/>
            </a:br>
            <a:endParaRPr lang="en-US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FBD1AB7-168E-CEA6-362A-3C87D804F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895512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57464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617DF-575F-2328-6D6F-5DE6274A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3400">
                <a:latin typeface="Arial" pitchFamily="34" charset="0"/>
                <a:ea typeface="Arial" pitchFamily="34" charset="-122"/>
                <a:cs typeface="Arial" pitchFamily="34" charset="-120"/>
              </a:rPr>
              <a:t>REST: Key Characteristics</a:t>
            </a:r>
            <a:endParaRPr lang="en-US" sz="340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4FD2980-E419-9FA9-6892-1816AFA85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75241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6248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1EB3D-0E79-BA21-76F2-3E9E3CC9E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latin typeface="Arial" pitchFamily="34" charset="0"/>
                <a:ea typeface="Arial" pitchFamily="34" charset="-122"/>
                <a:cs typeface="Arial" pitchFamily="34" charset="-120"/>
              </a:rPr>
              <a:t>REST: Practical Example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0088B2-F981-31D1-3770-50909F462A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1452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08160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85C37-AAFB-8D59-163A-6119B7A0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39"/>
            <a:ext cx="10076767" cy="1039001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REST: Advantages &amp;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C17E2-F5C1-E50E-3276-5A930F552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242" y="2220686"/>
            <a:ext cx="5249123" cy="2843683"/>
          </a:xfrm>
        </p:spPr>
        <p:txBody>
          <a:bodyPr anchor="t">
            <a:normAutofit/>
          </a:bodyPr>
          <a:lstStyle/>
          <a:p>
            <a:pPr marL="342900" indent="-342900">
              <a:buSzPct val="100000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Simple and intuitive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Excellent for public APIs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Built-in caching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Browser-friendly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774B32-F08F-E570-6E21-4E9A8F0DBD4A}"/>
              </a:ext>
            </a:extLst>
          </p:cNvPr>
          <p:cNvSpPr txBox="1">
            <a:spLocks/>
          </p:cNvSpPr>
          <p:nvPr/>
        </p:nvSpPr>
        <p:spPr>
          <a:xfrm>
            <a:off x="6237819" y="2220685"/>
            <a:ext cx="5249123" cy="28436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Chatty (many requests)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Over/Under-fetching issues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Not ideal for streaming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Limited for real-time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614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7B792-8CE7-A98F-F191-9CCC7C5D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Arial" pitchFamily="34" charset="0"/>
                <a:ea typeface="Arial" pitchFamily="34" charset="-122"/>
                <a:cs typeface="Arial" pitchFamily="34" charset="-120"/>
              </a:rPr>
              <a:t>SOAP: Simple Object Access Protocol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181972-E7F4-66D3-EAB0-F925CDFA3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28785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47771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98DAC-29A8-7588-9F5A-E2E9D15E4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3400">
                <a:latin typeface="Arial" pitchFamily="34" charset="0"/>
                <a:ea typeface="Arial" pitchFamily="34" charset="-122"/>
                <a:cs typeface="Arial" pitchFamily="34" charset="-120"/>
              </a:rPr>
              <a:t>SOAP: Key Characteristics</a:t>
            </a:r>
            <a:endParaRPr lang="en-US" sz="3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571F9B-5B7E-DB01-F4AE-7B48585187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486337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2294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B94E-E82E-CFE9-C6BE-3D152C5B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– Let’s define it in our way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048A-FDB6-B06E-2F3A-8428EF629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🔐 ACID Properties in Databases</a:t>
            </a:r>
          </a:p>
          <a:p>
            <a:r>
              <a:rPr lang="en-US" b="1" dirty="0"/>
              <a:t>1️⃣ A — Atomicity</a:t>
            </a:r>
          </a:p>
          <a:p>
            <a:r>
              <a:rPr lang="en-US" b="1" dirty="0"/>
              <a:t>“All or nothing.”</a:t>
            </a:r>
            <a:br>
              <a:rPr lang="en-US" dirty="0"/>
            </a:br>
            <a:r>
              <a:rPr lang="en-US" dirty="0"/>
              <a:t>A transaction must be treated as a single unit.</a:t>
            </a:r>
            <a:br>
              <a:rPr lang="en-US" dirty="0"/>
            </a:br>
            <a:r>
              <a:rPr lang="en-US" dirty="0"/>
              <a:t>Either </a:t>
            </a:r>
            <a:r>
              <a:rPr lang="en-US" b="1" dirty="0"/>
              <a:t>every step succeeds</a:t>
            </a:r>
            <a:r>
              <a:rPr lang="en-US" dirty="0"/>
              <a:t>, or </a:t>
            </a:r>
            <a:r>
              <a:rPr lang="en-US" b="1" dirty="0"/>
              <a:t>none of them is applied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Transferring money from Account A to Account B involves</a:t>
            </a:r>
          </a:p>
          <a:p>
            <a:r>
              <a:rPr lang="en-US" dirty="0"/>
              <a:t>deducting from A</a:t>
            </a:r>
          </a:p>
          <a:p>
            <a:r>
              <a:rPr lang="en-US" dirty="0"/>
              <a:t>adding to B</a:t>
            </a:r>
          </a:p>
          <a:p>
            <a:r>
              <a:rPr lang="en-US" dirty="0"/>
              <a:t>If one fails, the whole transaction is rolled back.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1301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B99E-AFB9-4A53-ACFA-8B72408C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6EED-7DE6-DFCC-FD47-0B0BFD83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– Let’s define it in our way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722A-85B0-6417-DBE1-518D477C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2️⃣ C — Consistency</a:t>
            </a:r>
          </a:p>
          <a:p>
            <a:r>
              <a:rPr lang="en-US" b="1" dirty="0"/>
              <a:t>“Data must remain valid and follow the rules.”</a:t>
            </a:r>
            <a:br>
              <a:rPr lang="en-US" dirty="0"/>
            </a:br>
            <a:r>
              <a:rPr lang="en-US" dirty="0"/>
              <a:t>After a transaction completes, the database must follow all defined rules, constraints, and relationships.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A column marked UNIQUE cannot have duplicates</a:t>
            </a:r>
          </a:p>
          <a:p>
            <a:r>
              <a:rPr lang="en-US" dirty="0"/>
              <a:t>Foreign keys must match existing records</a:t>
            </a:r>
          </a:p>
          <a:p>
            <a:r>
              <a:rPr lang="en-US" dirty="0"/>
              <a:t>Total balances cannot become negative if rules prohibit it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30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FC85-3B34-17CB-486F-4C6BF921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FAD39-2F4E-05B3-EE2B-DB2E1CC87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– Let’s define it in our way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7630A-26AE-35F4-9E27-A39613463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3️⃣ I — Isolation</a:t>
            </a:r>
          </a:p>
          <a:p>
            <a:r>
              <a:rPr lang="en-US" b="1" dirty="0"/>
              <a:t>“Transactions should not interfere with each other.”</a:t>
            </a:r>
            <a:br>
              <a:rPr lang="en-US" dirty="0"/>
            </a:br>
            <a:r>
              <a:rPr lang="en-US" dirty="0"/>
              <a:t>Even when many users access the database at the same time, each transaction acts as if it’s the only one running.</a:t>
            </a:r>
          </a:p>
          <a:p>
            <a:r>
              <a:rPr lang="en-US" dirty="0"/>
              <a:t>Isolation prevents problems like:</a:t>
            </a:r>
          </a:p>
          <a:p>
            <a:r>
              <a:rPr lang="en-US" dirty="0"/>
              <a:t>Dirty reads</a:t>
            </a:r>
          </a:p>
          <a:p>
            <a:r>
              <a:rPr lang="en-US" dirty="0"/>
              <a:t>Non-repeatable reads </a:t>
            </a:r>
          </a:p>
          <a:p>
            <a:r>
              <a:rPr lang="en-US" dirty="0"/>
              <a:t>Different isolation levels (READ COMMITTED, SERIALIZABLE, etc.) give different guarantees.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3317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CBB62-99C1-C545-4875-583189731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22B9-4AE4-4F79-51AD-E56A6F3E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– Let’s define it in our way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7CAF6-E245-201F-D805-9BD95CB67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4️⃣ D — Durability</a:t>
            </a:r>
          </a:p>
          <a:p>
            <a:r>
              <a:rPr lang="en-US" b="1" dirty="0"/>
              <a:t>“Once committed, data is permanent.”</a:t>
            </a:r>
            <a:br>
              <a:rPr lang="en-US" dirty="0"/>
            </a:br>
            <a:r>
              <a:rPr lang="en-US" dirty="0"/>
              <a:t>After a transaction is committed, the changes </a:t>
            </a:r>
            <a:r>
              <a:rPr lang="en-US" b="1" dirty="0"/>
              <a:t>will not be lost</a:t>
            </a:r>
            <a:r>
              <a:rPr lang="en-US" dirty="0"/>
              <a:t>, even if:</a:t>
            </a:r>
          </a:p>
          <a:p>
            <a:r>
              <a:rPr lang="en-US" dirty="0"/>
              <a:t>Power fails</a:t>
            </a:r>
          </a:p>
          <a:p>
            <a:r>
              <a:rPr lang="en-US" dirty="0"/>
              <a:t>System crashes</a:t>
            </a:r>
          </a:p>
          <a:p>
            <a:r>
              <a:rPr lang="en-US" dirty="0"/>
              <a:t>Database restarts</a:t>
            </a:r>
          </a:p>
          <a:p>
            <a:r>
              <a:rPr lang="en-US" dirty="0"/>
              <a:t>Databases ensure this using logs, checkpoints, and backups.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999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66446-88B2-4E97-1689-C7B524E0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3327-6D9E-2440-3C30-00F5B5AF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– Let’s define it in our way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3978A-500A-C625-C2D9-C436AD77C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4️⃣ D — Durability</a:t>
            </a:r>
          </a:p>
          <a:p>
            <a:r>
              <a:rPr lang="en-US" b="1" dirty="0"/>
              <a:t>“Once committed, data is permanent.”</a:t>
            </a:r>
            <a:br>
              <a:rPr lang="en-US" dirty="0"/>
            </a:br>
            <a:r>
              <a:rPr lang="en-US" dirty="0"/>
              <a:t>After a transaction is committed, the changes </a:t>
            </a:r>
            <a:r>
              <a:rPr lang="en-US" b="1" dirty="0"/>
              <a:t>will not be lost</a:t>
            </a:r>
            <a:r>
              <a:rPr lang="en-US" dirty="0"/>
              <a:t>, even if:</a:t>
            </a:r>
          </a:p>
          <a:p>
            <a:r>
              <a:rPr lang="en-US" dirty="0"/>
              <a:t>Power fails</a:t>
            </a:r>
          </a:p>
          <a:p>
            <a:r>
              <a:rPr lang="en-US" dirty="0"/>
              <a:t>System crashes</a:t>
            </a:r>
          </a:p>
          <a:p>
            <a:r>
              <a:rPr lang="en-US" dirty="0"/>
              <a:t>Database restarts</a:t>
            </a:r>
          </a:p>
          <a:p>
            <a:r>
              <a:rPr lang="en-US" dirty="0"/>
              <a:t>Databases ensure this using logs, checkpoints, and backups.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837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334E6-69E0-3ECD-1BE6-DBB4FCEE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anchor="ctr">
            <a:normAutofit/>
          </a:bodyPr>
          <a:lstStyle/>
          <a:p>
            <a:r>
              <a:rPr lang="en-US">
                <a:latin typeface="Arial" pitchFamily="34" charset="0"/>
                <a:ea typeface="Arial" pitchFamily="34" charset="-122"/>
                <a:cs typeface="Arial" pitchFamily="34" charset="-120"/>
              </a:rPr>
              <a:t>SOAP: Message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CB7BD-CF05-A31D-7F59-6AC4700F7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394" y="849085"/>
            <a:ext cx="6144768" cy="51799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/>
              <a:t>&lt;soap:Envelope&gt;</a:t>
            </a:r>
          </a:p>
          <a:p>
            <a:pPr marL="0" indent="0">
              <a:buNone/>
            </a:pPr>
            <a:r>
              <a:rPr lang="en-US" sz="1800"/>
              <a:t>  &lt;soap:Header&gt;</a:t>
            </a:r>
          </a:p>
          <a:p>
            <a:pPr marL="0" indent="0">
              <a:buNone/>
            </a:pPr>
            <a:r>
              <a:rPr lang="en-US" sz="1800"/>
              <a:t>    &lt;auth:Credentials&gt;...&lt;/auth:Credentials&gt;</a:t>
            </a:r>
          </a:p>
          <a:p>
            <a:pPr marL="0" indent="0">
              <a:buNone/>
            </a:pPr>
            <a:r>
              <a:rPr lang="en-US" sz="1800"/>
              <a:t>  &lt;/soap:Header&gt;</a:t>
            </a:r>
          </a:p>
          <a:p>
            <a:pPr marL="0" indent="0">
              <a:buNone/>
            </a:pPr>
            <a:r>
              <a:rPr lang="en-US" sz="1800"/>
              <a:t>  &lt;soap:Body&gt;</a:t>
            </a:r>
          </a:p>
          <a:p>
            <a:pPr marL="0" indent="0">
              <a:buNone/>
            </a:pPr>
            <a:r>
              <a:rPr lang="en-US" sz="1800"/>
              <a:t>    &lt;GetCustomer&gt;</a:t>
            </a:r>
          </a:p>
          <a:p>
            <a:pPr marL="0" indent="0">
              <a:buNone/>
            </a:pPr>
            <a:r>
              <a:rPr lang="en-US" sz="1800"/>
              <a:t>      &lt;CustomerID&gt;123&lt;/CustomerID&gt;</a:t>
            </a:r>
          </a:p>
          <a:p>
            <a:pPr marL="0" indent="0">
              <a:buNone/>
            </a:pPr>
            <a:r>
              <a:rPr lang="en-US" sz="1800"/>
              <a:t>    &lt;/GetCustomer&gt;</a:t>
            </a:r>
          </a:p>
          <a:p>
            <a:pPr marL="0" indent="0">
              <a:buNone/>
            </a:pPr>
            <a:r>
              <a:rPr lang="en-US" sz="1800"/>
              <a:t>  &lt;/soap:Body&gt;</a:t>
            </a:r>
          </a:p>
          <a:p>
            <a:pPr marL="0" indent="0">
              <a:buNone/>
            </a:pPr>
            <a:r>
              <a:rPr lang="en-US" sz="1800"/>
              <a:t>&lt;/soap:Envelope&gt;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435343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86FC14-53AA-BC37-DDBF-DCCC2454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SOAP: Advantages &amp; Challenges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2B29201E-19B4-3564-C4AD-5588AFD188C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5206644"/>
              </p:ext>
            </p:extLst>
          </p:nvPr>
        </p:nvGraphicFramePr>
        <p:xfrm>
          <a:off x="5487394" y="849085"/>
          <a:ext cx="6144768" cy="51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09175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84CFA8-D0CD-0BA1-940D-E47B4F71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Versioning: The Reality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036F9F-B85B-2390-4C32-6D796D6BC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3225823" cy="459382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Services evolve, APIs change, clients depend on them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29D72193-B70D-5385-2F21-AD735AFBE9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3959359"/>
              </p:ext>
            </p:extLst>
          </p:nvPr>
        </p:nvGraphicFramePr>
        <p:xfrm>
          <a:off x="4521758" y="1715532"/>
          <a:ext cx="6933363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97365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1C54-2F4D-8776-06DC-2AAEC9D2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API Versioning: Common Strategies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A8BD19-EED3-536C-0768-0B239346A9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20184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EC9BD-EC5B-8C06-767C-44FDFC2E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>
                <a:latin typeface="Arial" pitchFamily="34" charset="0"/>
                <a:ea typeface="Arial" pitchFamily="34" charset="-122"/>
                <a:cs typeface="Arial" pitchFamily="34" charset="-120"/>
              </a:rPr>
              <a:t>Backward Compatibility Best Practices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F3FFCE-FA57-F002-4909-5D445A9CD8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882669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12735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Key Takeaway Images – Browse 2,678 Stock Photos, Vectors, and Video | Adobe  Stock">
            <a:extLst>
              <a:ext uri="{FF2B5EF4-FFF2-40B4-BE49-F238E27FC236}">
                <a16:creationId xmlns:a16="http://schemas.microsoft.com/office/drawing/2014/main" id="{4A46FFF2-77E6-36AF-4E8B-0014AB762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678" y="2441274"/>
            <a:ext cx="5173647" cy="345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02F9C9-3355-8291-66AE-709193371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pPr marL="342900" indent="-342900">
              <a:buSzPct val="100000"/>
            </a:pPr>
            <a:r>
              <a:rPr lang="en-US" sz="1800" b="1"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r>
              <a:rPr lang="en-US" sz="1800">
                <a:latin typeface="Arial" pitchFamily="34" charset="0"/>
                <a:ea typeface="Arial" pitchFamily="34" charset="-122"/>
                <a:cs typeface="Arial" pitchFamily="34" charset="-120"/>
              </a:rPr>
              <a:t> = Simple, web-friendly, loosely coupled</a:t>
            </a:r>
            <a:endParaRPr lang="en-US" sz="1800"/>
          </a:p>
          <a:p>
            <a:pPr marL="342900" indent="-342900">
              <a:buSzPct val="100000"/>
            </a:pPr>
            <a:r>
              <a:rPr lang="en-US" sz="1800" b="1">
                <a:latin typeface="Arial" pitchFamily="34" charset="0"/>
                <a:ea typeface="Arial" pitchFamily="34" charset="-122"/>
                <a:cs typeface="Arial" pitchFamily="34" charset="-120"/>
              </a:rPr>
              <a:t>SOAP</a:t>
            </a:r>
            <a:r>
              <a:rPr lang="en-US" sz="1800">
                <a:latin typeface="Arial" pitchFamily="34" charset="0"/>
                <a:ea typeface="Arial" pitchFamily="34" charset="-122"/>
                <a:cs typeface="Arial" pitchFamily="34" charset="-120"/>
              </a:rPr>
              <a:t> = Enterprise-grade, secure, formal contracts</a:t>
            </a:r>
            <a:r>
              <a:rPr lang="en-US" sz="1800"/>
              <a:t> </a:t>
            </a:r>
          </a:p>
          <a:p>
            <a:pPr marL="342900" indent="-342900">
              <a:buSzPct val="100000"/>
            </a:pPr>
            <a:r>
              <a:rPr lang="en-US" sz="1800" b="1"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r>
              <a:rPr lang="en-US" sz="1800">
                <a:latin typeface="Arial" pitchFamily="34" charset="0"/>
                <a:ea typeface="Arial" pitchFamily="34" charset="-122"/>
                <a:cs typeface="Arial" pitchFamily="34" charset="-120"/>
              </a:rPr>
              <a:t> = Plan for backward compatibility from day one</a:t>
            </a:r>
            <a:endParaRPr lang="en-US" sz="1800"/>
          </a:p>
          <a:p>
            <a:pPr marL="342900" indent="-342900">
              <a:buSzPct val="100000"/>
            </a:pPr>
            <a:r>
              <a:rPr lang="en-US" sz="1800" b="1">
                <a:latin typeface="Arial" pitchFamily="34" charset="0"/>
                <a:ea typeface="Arial" pitchFamily="34" charset="-122"/>
                <a:cs typeface="Arial" pitchFamily="34" charset="-120"/>
              </a:rPr>
              <a:t>No one-size-fits-all</a:t>
            </a:r>
            <a:r>
              <a:rPr lang="en-US" sz="1800">
                <a:latin typeface="Arial" pitchFamily="34" charset="0"/>
                <a:ea typeface="Arial" pitchFamily="34" charset="-122"/>
                <a:cs typeface="Arial" pitchFamily="34" charset="-120"/>
              </a:rPr>
              <a:t> = Choose based on your requirements</a:t>
            </a:r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692447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61188-C244-9EF3-1E5C-171ADF55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DCB2E9-83DF-BA81-1678-7E30E8316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DB77C-83F9-0C30-0A06-BBD4B9223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81" y="501345"/>
            <a:ext cx="10731640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Module 6  - Design Pattern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CF5696A1-1519-D6A2-B5E1-426080141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782115"/>
            <a:ext cx="3113314" cy="31133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96CF4-E445-4344-CC73-37DD9ACC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913" y="5038400"/>
            <a:ext cx="4944091" cy="8970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How Services Talk to Each Other??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677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A9AA6-792C-DC8E-2004-F3D76691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/>
              <a:t>Learning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35E96B-33C3-A4DB-C610-0C8DC8590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204953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50714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A5C08-9A86-88E3-250D-1B10E2AF7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E8BC1-2C3B-2EA2-AE4B-76F040AA4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Why Design Patterns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06F0E-3CB8-6A59-ECA7-54662AC4F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 b="1"/>
              <a:t>In distributed systems, patterns solve recurring problems:</a:t>
            </a:r>
          </a:p>
          <a:p>
            <a:pPr lvl="1"/>
            <a:r>
              <a:rPr lang="en-US" b="1" dirty="0"/>
              <a:t>Reliability</a:t>
            </a:r>
            <a:r>
              <a:rPr lang="en-US" dirty="0"/>
              <a:t>: Prevent cascading failures and service outages</a:t>
            </a:r>
          </a:p>
          <a:p>
            <a:pPr lvl="1"/>
            <a:r>
              <a:rPr lang="en-US" b="1" dirty="0"/>
              <a:t>Consistency</a:t>
            </a:r>
            <a:r>
              <a:rPr lang="en-US" dirty="0"/>
              <a:t>: Ensure data stays synchronized across services</a:t>
            </a:r>
          </a:p>
          <a:p>
            <a:pPr lvl="1"/>
            <a:r>
              <a:rPr lang="en-US" b="1" dirty="0"/>
              <a:t>Scalability</a:t>
            </a:r>
            <a:r>
              <a:rPr lang="en-US" dirty="0"/>
              <a:t>: Handle growing load without breaking</a:t>
            </a:r>
          </a:p>
          <a:p>
            <a:pPr lvl="1"/>
            <a:r>
              <a:rPr lang="en-US" b="1" dirty="0"/>
              <a:t>Maintainability</a:t>
            </a:r>
            <a:r>
              <a:rPr lang="en-US" dirty="0"/>
              <a:t>: Standardized solutions everyone understands</a:t>
            </a:r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C3B18-9266-95E5-7194-0115382578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83" r="26420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23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737FC-A573-975F-20CB-E72AB99CD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Service Design Patterns: Three Pillars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2E40BE-5E8C-730D-7445-3B8C28017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16408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75860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2AB37-F98F-7043-C60B-CDD753A03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207" y="603504"/>
            <a:ext cx="6038497" cy="1527048"/>
          </a:xfrm>
        </p:spPr>
        <p:txBody>
          <a:bodyPr anchor="b">
            <a:normAutofit/>
          </a:bodyPr>
          <a:lstStyle/>
          <a:p>
            <a:r>
              <a:rPr lang="en-US" sz="2400" dirty="0"/>
              <a:t>The Problem: Distributed Transactions</a:t>
            </a:r>
          </a:p>
        </p:txBody>
      </p:sp>
      <p:pic>
        <p:nvPicPr>
          <p:cNvPr id="1026" name="Picture 2" descr="failed to make payment by credit card concept illustration flat design  vector eps10. modern graphic element for landing page, empty state ui,  infographic 4968453 Vector Art at Vecteezy">
            <a:extLst>
              <a:ext uri="{FF2B5EF4-FFF2-40B4-BE49-F238E27FC236}">
                <a16:creationId xmlns:a16="http://schemas.microsoft.com/office/drawing/2014/main" id="{2A9B7854-7F9F-6C62-C622-5297B7BB6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648" y="1102440"/>
            <a:ext cx="4681506" cy="468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14B3E-42B1-BB3C-4A89-EAF3BF998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834" y="2212847"/>
            <a:ext cx="6410849" cy="4041649"/>
          </a:xfrm>
        </p:spPr>
        <p:txBody>
          <a:bodyPr>
            <a:normAutofit/>
          </a:bodyPr>
          <a:lstStyle/>
          <a:p>
            <a:r>
              <a:rPr lang="en-US" sz="1800" dirty="0"/>
              <a:t>Traditional ACID transactions don't work across multiple services:</a:t>
            </a:r>
          </a:p>
          <a:p>
            <a:r>
              <a:rPr lang="en-US" sz="1800" dirty="0"/>
              <a:t>Order Service → Inventory Service → ❌ </a:t>
            </a:r>
            <a:r>
              <a:rPr lang="en-US" sz="1800" b="1" dirty="0"/>
              <a:t>Payment Service </a:t>
            </a:r>
            <a:r>
              <a:rPr lang="en-US" sz="1800" dirty="0"/>
              <a:t>→ Shipping Service</a:t>
            </a:r>
          </a:p>
          <a:p>
            <a:r>
              <a:rPr lang="en-US" sz="1800" dirty="0"/>
              <a:t>If Payment Service fails, how do we rollback the order and inventory deduction?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984283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4474-DC85-5684-E729-35336814C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Saga Pattern: Distributed Transaction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249D9-345A-7E9C-7ED3-B6C6188FD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0898"/>
            <a:ext cx="4441134" cy="1901875"/>
          </a:xfrm>
        </p:spPr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</a:t>
            </a:r>
            <a:r>
              <a:rPr lang="en-US" i="1" dirty="0">
                <a:latin typeface="Abadi ExtraLight" panose="020B0204020104020204" pitchFamily="34" charset="0"/>
              </a:rPr>
              <a:t>A sequence of local transactions coordinated across services, with compensating transactions for rollback.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DB39B5-5273-2B7B-E811-94D9CD429521}"/>
              </a:ext>
            </a:extLst>
          </p:cNvPr>
          <p:cNvSpPr txBox="1">
            <a:spLocks/>
          </p:cNvSpPr>
          <p:nvPr/>
        </p:nvSpPr>
        <p:spPr>
          <a:xfrm>
            <a:off x="5867990" y="1680898"/>
            <a:ext cx="4441134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service performs its local transaction and publishes an event</a:t>
            </a:r>
          </a:p>
          <a:p>
            <a:r>
              <a:rPr lang="en-US" dirty="0"/>
              <a:t>Next service listens to event and executes its transaction</a:t>
            </a:r>
          </a:p>
          <a:p>
            <a:r>
              <a:rPr lang="en-US" dirty="0"/>
              <a:t>If any service fails, compensating transactions execute in reverse order</a:t>
            </a:r>
          </a:p>
          <a:p>
            <a:r>
              <a:rPr lang="en-US" dirty="0"/>
              <a:t>Achieves data consistency without distributed locks</a:t>
            </a:r>
          </a:p>
          <a:p>
            <a:endParaRPr lang="en-US" dirty="0"/>
          </a:p>
        </p:txBody>
      </p:sp>
      <p:pic>
        <p:nvPicPr>
          <p:cNvPr id="2050" name="Picture 2" descr="Microservices Design Patterns Series — Part 3/5 | by Phaneendra Kumar  Namala | Medium">
            <a:extLst>
              <a:ext uri="{FF2B5EF4-FFF2-40B4-BE49-F238E27FC236}">
                <a16:creationId xmlns:a16="http://schemas.microsoft.com/office/drawing/2014/main" id="{A6F3FCBA-5012-79C0-1108-4C65A6230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3761502"/>
            <a:ext cx="4223544" cy="2106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8272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26E6-551B-ED99-9326-19CC1A31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Saga Pattern: Choreography vs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BD76D-E7E9-3E28-C38F-E021215E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5237547" cy="2581165"/>
          </a:xfrm>
        </p:spPr>
        <p:txBody>
          <a:bodyPr/>
          <a:lstStyle/>
          <a:p>
            <a:r>
              <a:rPr lang="en-US" b="1" dirty="0"/>
              <a:t>Choreography</a:t>
            </a:r>
            <a:r>
              <a:rPr lang="en-US" dirty="0"/>
              <a:t>: Services exchange events directly, no central coordinator</a:t>
            </a:r>
          </a:p>
          <a:p>
            <a:r>
              <a:rPr lang="en-US" dirty="0"/>
              <a:t>✓ </a:t>
            </a:r>
            <a:r>
              <a:rPr lang="en-US" dirty="0">
                <a:solidFill>
                  <a:schemeClr val="accent1"/>
                </a:solidFill>
              </a:rPr>
              <a:t>Loosely coupled, no single point of failure</a:t>
            </a:r>
          </a:p>
          <a:p>
            <a:r>
              <a:rPr lang="en-US" dirty="0"/>
              <a:t>✗ </a:t>
            </a:r>
            <a:r>
              <a:rPr lang="en-US" dirty="0">
                <a:solidFill>
                  <a:srgbClr val="FF0000"/>
                </a:solidFill>
              </a:rPr>
              <a:t>Complex logic, hard to track flow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604463-93C4-3FCC-59D5-1F150201EFE2}"/>
              </a:ext>
            </a:extLst>
          </p:cNvPr>
          <p:cNvSpPr txBox="1">
            <a:spLocks/>
          </p:cNvSpPr>
          <p:nvPr/>
        </p:nvSpPr>
        <p:spPr>
          <a:xfrm>
            <a:off x="6467756" y="1715532"/>
            <a:ext cx="5237547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Orchestration</a:t>
            </a:r>
            <a:r>
              <a:rPr lang="en-US" dirty="0"/>
              <a:t>: Central coordinator controls the transaction flow</a:t>
            </a:r>
          </a:p>
          <a:p>
            <a:r>
              <a:rPr lang="en-US" dirty="0"/>
              <a:t>✓ </a:t>
            </a:r>
            <a:r>
              <a:rPr lang="en-US" dirty="0">
                <a:solidFill>
                  <a:schemeClr val="accent1"/>
                </a:solidFill>
              </a:rPr>
              <a:t>Clear flow, easy to understand</a:t>
            </a:r>
          </a:p>
          <a:p>
            <a:r>
              <a:rPr lang="en-US" dirty="0"/>
              <a:t>✗ </a:t>
            </a:r>
            <a:r>
              <a:rPr lang="en-US" dirty="0">
                <a:solidFill>
                  <a:srgbClr val="FF0000"/>
                </a:solidFill>
              </a:rPr>
              <a:t>Tightly coupled to coordinator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074" name="Picture 2" descr="Choreography Saga Pattern With Spring Boot | Vinsguru">
            <a:extLst>
              <a:ext uri="{FF2B5EF4-FFF2-40B4-BE49-F238E27FC236}">
                <a16:creationId xmlns:a16="http://schemas.microsoft.com/office/drawing/2014/main" id="{E343B659-DA72-C29B-598C-91BCDE02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32" y="4564856"/>
            <a:ext cx="3608439" cy="188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horeography pattern - Azure Architecture Center | Microsoft Learn">
            <a:extLst>
              <a:ext uri="{FF2B5EF4-FFF2-40B4-BE49-F238E27FC236}">
                <a16:creationId xmlns:a16="http://schemas.microsoft.com/office/drawing/2014/main" id="{1003475D-BB56-1870-9ADB-1C0C50F85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820" y="4564856"/>
            <a:ext cx="4453091" cy="188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6552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AEF5-D0E9-218B-9E47-46E9C320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Saga Pattern: Order Processing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21B52-D7D8-0E01-71F9-879A09D94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Order Service: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CreateOrder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(Order) → Order Created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Inventory Service: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ReserveInventory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(Item) → Inventory Reserved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Payment Service: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ProcessPayment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 → FAILS ❌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Compensate: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Payment Service: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CancelPayment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 ✓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Inventory Service: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ReleaseInventory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(Item) ✓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Order Service: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CancelOrder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(Order) ✓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575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D6691-663C-86EC-0072-979C4737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6A277-63CB-6ECE-6507-29B864D8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Circuit Breaker Pattern: Preventing Cascades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1E4CD-8B79-BF70-4F46-B6D6A8EB5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0898"/>
            <a:ext cx="4441134" cy="1901875"/>
          </a:xfrm>
        </p:spPr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</a:t>
            </a:r>
            <a:r>
              <a:rPr lang="en-US" i="1" dirty="0">
                <a:latin typeface="Abadi ExtraLight" panose="020B0204020104020204" pitchFamily="34" charset="0"/>
              </a:rPr>
              <a:t>Monitoring service health; prevents repeated calls to failing services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59B829-273D-6702-31A8-E9DF90F9602F}"/>
              </a:ext>
            </a:extLst>
          </p:cNvPr>
          <p:cNvSpPr txBox="1">
            <a:spLocks/>
          </p:cNvSpPr>
          <p:nvPr/>
        </p:nvSpPr>
        <p:spPr>
          <a:xfrm>
            <a:off x="5867990" y="1680898"/>
            <a:ext cx="539823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Stops cascading failures: If Service B is down, don't let Service A keep trying</a:t>
            </a:r>
          </a:p>
          <a:p>
            <a:pPr>
              <a:lnSpc>
                <a:spcPct val="150000"/>
              </a:lnSpc>
            </a:pPr>
            <a:r>
              <a:rPr lang="en-US" dirty="0"/>
              <a:t>Gives failed service time to recover</a:t>
            </a:r>
          </a:p>
          <a:p>
            <a:pPr>
              <a:lnSpc>
                <a:spcPct val="150000"/>
              </a:lnSpc>
            </a:pPr>
            <a:r>
              <a:rPr lang="en-US" dirty="0"/>
              <a:t>Returns fast errors rather than timeouts</a:t>
            </a:r>
          </a:p>
          <a:p>
            <a:pPr>
              <a:lnSpc>
                <a:spcPct val="150000"/>
              </a:lnSpc>
            </a:pPr>
            <a:r>
              <a:rPr lang="en-US" dirty="0"/>
              <a:t>Automatic recovery when service health returns</a:t>
            </a:r>
          </a:p>
          <a:p>
            <a:pPr>
              <a:lnSpc>
                <a:spcPct val="150000"/>
              </a:lnSpc>
            </a:pPr>
            <a:r>
              <a:rPr lang="en-US" dirty="0"/>
              <a:t>Usually implemented through load balancers.</a:t>
            </a:r>
          </a:p>
          <a:p>
            <a:endParaRPr lang="en-US" dirty="0"/>
          </a:p>
        </p:txBody>
      </p:sp>
      <p:pic>
        <p:nvPicPr>
          <p:cNvPr id="4098" name="Picture 2" descr="In Brief: The Circuit Breaker Pattern">
            <a:extLst>
              <a:ext uri="{FF2B5EF4-FFF2-40B4-BE49-F238E27FC236}">
                <a16:creationId xmlns:a16="http://schemas.microsoft.com/office/drawing/2014/main" id="{AF426A69-2A3F-2217-E6B4-96B64A936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3263944"/>
            <a:ext cx="4333106" cy="290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3402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11056-3858-0FC7-A7BB-A8C3E7EC1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Circuit Breaker: State Transitions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9D22EE-96CB-307D-D53F-530DE55DC3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542957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16458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606F-504A-2F3B-225D-2653554A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CD15F-9A1F-2B30-38C6-9653EB08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API Gateway Pattern: Single Entry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53FF9-5099-FC06-2B46-70F16599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0898"/>
            <a:ext cx="4441134" cy="190187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Definition</a:t>
            </a:r>
            <a:r>
              <a:rPr lang="en-US" dirty="0"/>
              <a:t>: </a:t>
            </a:r>
            <a:r>
              <a:rPr lang="en-US" i="1" dirty="0">
                <a:latin typeface="Abadi ExtraLight" panose="020B0204020104020204" pitchFamily="34" charset="0"/>
              </a:rPr>
              <a:t>Unified facade that routes client requests to appropriate microservices</a:t>
            </a:r>
          </a:p>
          <a:p>
            <a:r>
              <a:rPr lang="en-US" b="1" dirty="0"/>
              <a:t>A unified facade </a:t>
            </a:r>
            <a:r>
              <a:rPr lang="en-US" i="1" dirty="0">
                <a:latin typeface="Abadi ExtraLight" panose="020B0204020104020204" pitchFamily="34" charset="0"/>
              </a:rPr>
              <a:t>is a design pattern that provides a single, simplified interface to a complex subsystem or multiple services. It acts as a wrapper that hides the complexity of underlying components and exposes only what clients need.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2A2959-8487-FBB8-96FC-7D6A01024CBE}"/>
              </a:ext>
            </a:extLst>
          </p:cNvPr>
          <p:cNvSpPr txBox="1">
            <a:spLocks/>
          </p:cNvSpPr>
          <p:nvPr/>
        </p:nvSpPr>
        <p:spPr>
          <a:xfrm>
            <a:off x="5867990" y="1680898"/>
            <a:ext cx="539823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 dirty="0"/>
              <a:t>Routing</a:t>
            </a:r>
            <a:r>
              <a:rPr lang="en-US" dirty="0"/>
              <a:t>: Direct requests to correct services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Aggregation</a:t>
            </a:r>
            <a:r>
              <a:rPr lang="en-US" dirty="0"/>
              <a:t>: Combine data from multiple services for single response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Cross-cutting</a:t>
            </a:r>
            <a:r>
              <a:rPr lang="en-US" dirty="0"/>
              <a:t>: Authentication, rate limiting, caching, logging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Protocol translation</a:t>
            </a:r>
            <a:r>
              <a:rPr lang="en-US" dirty="0"/>
              <a:t>: Convert between REST, </a:t>
            </a:r>
            <a:r>
              <a:rPr lang="en-US" dirty="0" err="1"/>
              <a:t>gRPC</a:t>
            </a:r>
            <a:r>
              <a:rPr lang="en-US" dirty="0"/>
              <a:t>, SOAP formats</a:t>
            </a:r>
          </a:p>
        </p:txBody>
      </p:sp>
      <p:pic>
        <p:nvPicPr>
          <p:cNvPr id="5122" name="Picture 2" descr="API Gateway Design Pattern: Centralizing Control for Distributed Systems |  by Amit Singh | Stackademic">
            <a:extLst>
              <a:ext uri="{FF2B5EF4-FFF2-40B4-BE49-F238E27FC236}">
                <a16:creationId xmlns:a16="http://schemas.microsoft.com/office/drawing/2014/main" id="{691436D1-4396-AE9D-FA81-AB935928E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3837457"/>
            <a:ext cx="4230425" cy="267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1512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D2B38-04D5-EDE4-B288-7C743038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Communication Patterns: Two Fundamental Approaches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BC16F5-6FC9-BE04-B590-9D3F0BA3AF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Synchronous</a:t>
            </a:r>
            <a:r>
              <a:rPr lang="en-US" dirty="0"/>
              <a:t>: Request waits for response</a:t>
            </a:r>
          </a:p>
          <a:p>
            <a:pPr lvl="1"/>
            <a:r>
              <a:rPr lang="en-US" dirty="0"/>
              <a:t>Immediate feedback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✓ Best For</a:t>
            </a:r>
          </a:p>
          <a:p>
            <a:pPr lvl="2"/>
            <a:r>
              <a:rPr lang="en-US" dirty="0"/>
              <a:t>Web APIs (REST, </a:t>
            </a:r>
            <a:r>
              <a:rPr lang="en-US" dirty="0" err="1"/>
              <a:t>gRPC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Real-time queries</a:t>
            </a:r>
          </a:p>
          <a:p>
            <a:pPr lvl="2"/>
            <a:r>
              <a:rPr lang="en-US" dirty="0"/>
              <a:t>User-facing operations</a:t>
            </a:r>
          </a:p>
          <a:p>
            <a:pPr lvl="2"/>
            <a:r>
              <a:rPr lang="en-US" dirty="0"/>
              <a:t>Immediate response needed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⚠ Challenges</a:t>
            </a:r>
          </a:p>
          <a:p>
            <a:pPr lvl="2"/>
            <a:r>
              <a:rPr lang="en-US" dirty="0"/>
              <a:t>Tight coupling</a:t>
            </a:r>
          </a:p>
          <a:p>
            <a:pPr lvl="2"/>
            <a:r>
              <a:rPr lang="en-US" dirty="0"/>
              <a:t>Cascading failures risk</a:t>
            </a:r>
          </a:p>
          <a:p>
            <a:pPr lvl="2"/>
            <a:r>
              <a:rPr lang="en-US" dirty="0"/>
              <a:t>Slower overall latency</a:t>
            </a:r>
          </a:p>
          <a:p>
            <a:pPr lvl="2"/>
            <a:r>
              <a:rPr lang="en-US" dirty="0"/>
              <a:t>Scaling limitations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9B14C8-CE31-696F-FDA3-96801BAE2C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Asynchronous</a:t>
            </a:r>
            <a:r>
              <a:rPr lang="en-US" dirty="0"/>
              <a:t>: Fire-and-forget via messaging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✓ Best For</a:t>
            </a:r>
          </a:p>
          <a:p>
            <a:pPr lvl="2"/>
            <a:r>
              <a:rPr lang="en-US" dirty="0"/>
              <a:t>Background processing</a:t>
            </a:r>
          </a:p>
          <a:p>
            <a:pPr lvl="2"/>
            <a:r>
              <a:rPr lang="en-US" dirty="0"/>
              <a:t>Notifications &amp; alerts</a:t>
            </a:r>
          </a:p>
          <a:p>
            <a:pPr lvl="2"/>
            <a:r>
              <a:rPr lang="en-US" dirty="0"/>
              <a:t>Batch operations</a:t>
            </a:r>
          </a:p>
          <a:p>
            <a:pPr lvl="2"/>
            <a:r>
              <a:rPr lang="en-US" dirty="0"/>
              <a:t>Long-running tasks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✓ Benefits</a:t>
            </a:r>
          </a:p>
          <a:p>
            <a:pPr lvl="2"/>
            <a:r>
              <a:rPr lang="en-US" dirty="0"/>
              <a:t>Loose coupling</a:t>
            </a:r>
          </a:p>
          <a:p>
            <a:pPr lvl="2"/>
            <a:r>
              <a:rPr lang="en-US" dirty="0"/>
              <a:t>Better scalability</a:t>
            </a:r>
          </a:p>
          <a:p>
            <a:pPr lvl="2"/>
            <a:r>
              <a:rPr lang="en-US" dirty="0"/>
              <a:t>Resilience to failures</a:t>
            </a:r>
          </a:p>
          <a:p>
            <a:pPr lvl="2"/>
            <a:r>
              <a:rPr lang="en-US" dirty="0"/>
              <a:t>Handles traffic spikes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4043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8AE8-FDC8-4FC7-7BD7-DBD46713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Messaging Patterns: Request-Reply vs Pub-Sub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15833-5A0C-81C9-C3A1-06335503A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2412078"/>
          </a:xfrm>
        </p:spPr>
        <p:txBody>
          <a:bodyPr/>
          <a:lstStyle/>
          <a:p>
            <a:r>
              <a:rPr lang="en-US" b="1" dirty="0"/>
              <a:t>Request-Reply</a:t>
            </a:r>
          </a:p>
          <a:p>
            <a:pPr lvl="1"/>
            <a:r>
              <a:rPr lang="en-US" dirty="0"/>
              <a:t>Pattern: Sender awaits response</a:t>
            </a:r>
          </a:p>
          <a:p>
            <a:pPr lvl="1"/>
            <a:r>
              <a:rPr lang="en-US" dirty="0"/>
              <a:t>Use: "Get customer details"</a:t>
            </a:r>
          </a:p>
          <a:p>
            <a:pPr lvl="1"/>
            <a:r>
              <a:rPr lang="en-US" dirty="0"/>
              <a:t>Timing: Point-to-point, 1:1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81F08-EB1C-EAC2-17CC-B022CBE0D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46174" cy="2412078"/>
          </a:xfrm>
        </p:spPr>
        <p:txBody>
          <a:bodyPr/>
          <a:lstStyle/>
          <a:p>
            <a:r>
              <a:rPr lang="en-US" b="1" dirty="0"/>
              <a:t>Publish-Subscribe</a:t>
            </a:r>
          </a:p>
          <a:p>
            <a:pPr lvl="1"/>
            <a:r>
              <a:rPr lang="en-US" dirty="0"/>
              <a:t>Pattern: Publisher emits, subscribers receive</a:t>
            </a:r>
          </a:p>
          <a:p>
            <a:pPr lvl="1"/>
            <a:r>
              <a:rPr lang="en-US" dirty="0"/>
              <a:t>Use: "Order created" event</a:t>
            </a:r>
          </a:p>
          <a:p>
            <a:pPr lvl="1"/>
            <a:r>
              <a:rPr lang="en-US" dirty="0"/>
              <a:t>Timing: Topic-based, 1:Many</a:t>
            </a:r>
          </a:p>
          <a:p>
            <a:endParaRPr lang="en-US" dirty="0"/>
          </a:p>
        </p:txBody>
      </p:sp>
      <p:pic>
        <p:nvPicPr>
          <p:cNvPr id="6146" name="Picture 2" descr="Asynchronous Request-Response - Enterprise Integration Patterns 2">
            <a:extLst>
              <a:ext uri="{FF2B5EF4-FFF2-40B4-BE49-F238E27FC236}">
                <a16:creationId xmlns:a16="http://schemas.microsoft.com/office/drawing/2014/main" id="{B814ADA4-2D1E-04A2-B130-0848BE7F9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95" y="4758198"/>
            <a:ext cx="35433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plementing the Pub/Sub Pattern in JavaScript: A Guide for Beginners | by  Frontend Highlights | Medium">
            <a:extLst>
              <a:ext uri="{FF2B5EF4-FFF2-40B4-BE49-F238E27FC236}">
                <a16:creationId xmlns:a16="http://schemas.microsoft.com/office/drawing/2014/main" id="{6B0C5C0C-37E2-AEE0-EAE1-FD5D07713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637" y="4377770"/>
            <a:ext cx="3543300" cy="1931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2913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050AEB-E910-DE0C-43B3-554B4A8D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Pub-Sub: Real-World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232EB-122A-71AC-6B7E-B18E7B622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User places order</a:t>
            </a:r>
          </a:p>
          <a:p>
            <a:r>
              <a:rPr lang="en-US" dirty="0"/>
              <a:t>Order Service → Publishes "</a:t>
            </a:r>
            <a:r>
              <a:rPr lang="en-US" dirty="0" err="1"/>
              <a:t>OrderCreated</a:t>
            </a:r>
            <a:r>
              <a:rPr lang="en-US" dirty="0"/>
              <a:t>" event</a:t>
            </a:r>
          </a:p>
          <a:p>
            <a:r>
              <a:rPr lang="en-US" dirty="0"/>
              <a:t>Message Broker receives and distributes:</a:t>
            </a:r>
          </a:p>
          <a:p>
            <a:pPr lvl="1"/>
            <a:r>
              <a:rPr lang="en-US" dirty="0"/>
              <a:t>✓ Inventory Service → Reserves stock</a:t>
            </a:r>
          </a:p>
          <a:p>
            <a:pPr lvl="1"/>
            <a:r>
              <a:rPr lang="en-US" dirty="0"/>
              <a:t>✓ Notification Service → Sends confirmation email</a:t>
            </a:r>
          </a:p>
          <a:p>
            <a:pPr lvl="1"/>
            <a:r>
              <a:rPr lang="en-US" dirty="0"/>
              <a:t>✓ Analytics Service → Records order metrics</a:t>
            </a:r>
          </a:p>
          <a:p>
            <a:r>
              <a:rPr lang="en-US" b="1" dirty="0"/>
              <a:t>Result</a:t>
            </a:r>
            <a:r>
              <a:rPr lang="en-US" dirty="0"/>
              <a:t>: All services react independently, loosely coupled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1827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758A8-69E9-0365-A04F-E04C6B55D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Choosing the Right Pattern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859CBC-234F-C10E-2AEE-7FDC0846A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18136"/>
              </p:ext>
            </p:extLst>
          </p:nvPr>
        </p:nvGraphicFramePr>
        <p:xfrm>
          <a:off x="930876" y="2037806"/>
          <a:ext cx="10661356" cy="4195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8253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24DF-BF72-55D2-668E-C8093993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Common Mistakes to Avoid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FD0D-3D96-D089-F069-6B804925F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Saga for simple operations (overengineering)</a:t>
            </a:r>
          </a:p>
          <a:p>
            <a:r>
              <a:rPr lang="en-US" dirty="0"/>
              <a:t>Not implementing Circuit Breaker for critical dependencies</a:t>
            </a:r>
          </a:p>
          <a:p>
            <a:r>
              <a:rPr lang="en-US" dirty="0"/>
              <a:t>Making API Gateway a bottleneck with too much logic</a:t>
            </a:r>
          </a:p>
          <a:p>
            <a:r>
              <a:rPr lang="en-US" dirty="0"/>
              <a:t>Choosing async everywhere (can add complexity)</a:t>
            </a:r>
          </a:p>
          <a:p>
            <a:r>
              <a:rPr lang="en-US" dirty="0"/>
              <a:t>Ignoring compensating transaction failures in Saga</a:t>
            </a:r>
          </a:p>
        </p:txBody>
      </p:sp>
    </p:spTree>
    <p:extLst>
      <p:ext uri="{BB962C8B-B14F-4D97-AF65-F5344CB8AC3E}">
        <p14:creationId xmlns:p14="http://schemas.microsoft.com/office/powerpoint/2010/main" val="38725341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FBC63-F855-432C-E4FD-452FFD570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157E80-1FBF-72FA-FA43-5FD26B8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E3ECF-4EB0-E6E5-D354-D08E4D2AC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81" y="501345"/>
            <a:ext cx="10731640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Module 7  - Microservice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B561BE7F-6D4B-2AF3-A2EB-F0D968BA4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782115"/>
            <a:ext cx="3113314" cy="31133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4AF38-3CF4-7D0F-B723-78BCA69F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913" y="5038400"/>
            <a:ext cx="4944091" cy="8970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How Services Talk to Each Other??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1132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3A40E-4654-CEA0-27D0-0E99F80C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EE199-0253-632A-8CB8-38A7231FA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Understand microservices as an evolution of SOA principles</a:t>
            </a:r>
          </a:p>
          <a:p>
            <a:pPr>
              <a:lnSpc>
                <a:spcPct val="110000"/>
              </a:lnSpc>
            </a:pPr>
            <a:r>
              <a:rPr lang="en-US" sz="1500"/>
              <a:t>Compare monolithic, SOA, and microservices architectures</a:t>
            </a:r>
          </a:p>
          <a:p>
            <a:pPr>
              <a:lnSpc>
                <a:spcPct val="110000"/>
              </a:lnSpc>
            </a:pPr>
            <a:r>
              <a:rPr lang="en-US" sz="1500"/>
              <a:t>Learn service decomposition using Domain-Driven Design</a:t>
            </a:r>
          </a:p>
          <a:p>
            <a:pPr>
              <a:lnSpc>
                <a:spcPct val="110000"/>
              </a:lnSpc>
            </a:pPr>
            <a:r>
              <a:rPr lang="en-US" sz="1500"/>
              <a:t>Master modern deployment with Docker and Kubernetes</a:t>
            </a:r>
          </a:p>
          <a:p>
            <a:pPr>
              <a:lnSpc>
                <a:spcPct val="110000"/>
              </a:lnSpc>
            </a:pPr>
            <a:r>
              <a:rPr lang="en-US" sz="1500"/>
              <a:t>Apply microservices to your group project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/>
          </a:p>
        </p:txBody>
      </p:sp>
      <p:pic>
        <p:nvPicPr>
          <p:cNvPr id="7170" name="Picture 2" descr="Microservices Architecture for Solving Business Needs | Krasamo">
            <a:extLst>
              <a:ext uri="{FF2B5EF4-FFF2-40B4-BE49-F238E27FC236}">
                <a16:creationId xmlns:a16="http://schemas.microsoft.com/office/drawing/2014/main" id="{CF3BEF6E-D10E-8491-3E62-A70D0EADA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898847"/>
            <a:ext cx="5837780" cy="366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5057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F233-46CE-28F2-4168-58EFE4F1F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Evolution: From Monolith to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42157-3B6A-FF05-B32E-3FFEF95B9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Timeline of architectural thinking:</a:t>
            </a:r>
            <a:endParaRPr lang="en-US" dirty="0"/>
          </a:p>
          <a:p>
            <a:pPr lvl="1"/>
            <a:r>
              <a:rPr lang="en-US" b="1" dirty="0"/>
              <a:t>2000s:</a:t>
            </a:r>
            <a:r>
              <a:rPr lang="en-US" dirty="0"/>
              <a:t> Monolithic architecture (everything in one application)</a:t>
            </a:r>
          </a:p>
          <a:p>
            <a:pPr lvl="1"/>
            <a:r>
              <a:rPr lang="en-US" b="1" dirty="0"/>
              <a:t>2005+:</a:t>
            </a:r>
            <a:r>
              <a:rPr lang="en-US" dirty="0"/>
              <a:t> Service-Oriented Architecture (SOA) emerges for enterprise integration</a:t>
            </a:r>
          </a:p>
          <a:p>
            <a:pPr lvl="1"/>
            <a:r>
              <a:rPr lang="en-US" b="1" dirty="0"/>
              <a:t>2010s:</a:t>
            </a:r>
            <a:r>
              <a:rPr lang="en-US" dirty="0"/>
              <a:t> Microservices gains momentum with containerization and cloud</a:t>
            </a:r>
          </a:p>
          <a:p>
            <a:pPr lvl="1"/>
            <a:r>
              <a:rPr lang="en-US" b="1" dirty="0"/>
              <a:t>2020+:</a:t>
            </a:r>
            <a:r>
              <a:rPr lang="en-US" dirty="0"/>
              <a:t> Cloud-native microservices become standard practice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1634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D989F-8159-6093-983D-536AE7EC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What Are Microservices?</a:t>
            </a:r>
          </a:p>
        </p:txBody>
      </p:sp>
      <p:pic>
        <p:nvPicPr>
          <p:cNvPr id="8194" name="Picture 2" descr="The Benefits and Challenges of Containerized Microservices - Hashed Out by  The SSL Store™">
            <a:extLst>
              <a:ext uri="{FF2B5EF4-FFF2-40B4-BE49-F238E27FC236}">
                <a16:creationId xmlns:a16="http://schemas.microsoft.com/office/drawing/2014/main" id="{87C04926-51F6-208E-CEBA-4E246779D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6" r="45765"/>
          <a:stretch>
            <a:fillRect/>
          </a:stretch>
        </p:blipFill>
        <p:spPr bwMode="auto">
          <a:xfrm>
            <a:off x="20" y="10"/>
            <a:ext cx="491030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406E9-DA42-1E2E-DC40-8D9E10C16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 b="1" dirty="0"/>
              <a:t>Definition:</a:t>
            </a:r>
            <a:r>
              <a:rPr lang="en-US" sz="1800" dirty="0"/>
              <a:t> An architecture where a single application is composed of many loosely coupled, independently deployable small services, each running in its own process and communicating via well-defined APIs.</a:t>
            </a:r>
          </a:p>
          <a:p>
            <a:pPr lvl="1"/>
            <a:r>
              <a:rPr lang="en-US" dirty="0"/>
              <a:t>Each service has a single business capability</a:t>
            </a:r>
          </a:p>
          <a:p>
            <a:pPr lvl="1"/>
            <a:r>
              <a:rPr lang="en-US" dirty="0"/>
              <a:t>Services are independently scalable and deployable</a:t>
            </a:r>
          </a:p>
          <a:p>
            <a:pPr lvl="1"/>
            <a:r>
              <a:rPr lang="en-US" dirty="0"/>
              <a:t>Teams own their services end-to-end</a:t>
            </a:r>
          </a:p>
          <a:p>
            <a:pPr lvl="1"/>
            <a:r>
              <a:rPr lang="en-US" dirty="0"/>
              <a:t>Modern DevOps and cloud-native practices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915773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4B26-7BF2-90AC-36AC-CE94532C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 vs Microservice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5437E2-9A14-A5C3-2227-BD221C6CA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9177087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6123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EBC7E-443E-78B7-4D3F-D56FB9E8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latin typeface="Arial" pitchFamily="34" charset="0"/>
                <a:ea typeface="Arial" pitchFamily="34" charset="-122"/>
                <a:cs typeface="Arial" pitchFamily="34" charset="-120"/>
              </a:rPr>
              <a:t>Why Adopt Microservices?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0B2B4D-FBF9-5962-24FD-30B3E868A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450878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99527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B08D2-05F3-54B1-5C0E-C7728616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3700"/>
              <a:t>Core Microservices Principles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43FE4B-EC3B-BCE1-F073-B88FE82613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78856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168695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5204B4-CEDA-53D9-0EF2-F4CF86F4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sz="2800"/>
              <a:t>Domain-Driven Design: Decomposition Strategy</a:t>
            </a:r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DD8CEC16-66C0-E1F0-01D7-5C82E759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54" r="19546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2B98-35B9-5F04-799D-5F5BE7E3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Key Concept: Bounded Contexts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Each bounded context becomes one microservice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E-commerce Domain Example: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Catalog Context</a:t>
            </a:r>
            <a:r>
              <a:rPr lang="en-US" sz="1500" dirty="0"/>
              <a:t>: Products, inventory, search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Order Context</a:t>
            </a:r>
            <a:r>
              <a:rPr lang="en-US" sz="1500" dirty="0"/>
              <a:t>: Orders, order fulfillment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Payment Context</a:t>
            </a:r>
            <a:r>
              <a:rPr lang="en-US" sz="1500" dirty="0"/>
              <a:t>: Transactions, billing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Shipping Context</a:t>
            </a:r>
            <a:r>
              <a:rPr lang="en-US" sz="1500" dirty="0"/>
              <a:t>: Logistics, delivery tracking</a:t>
            </a:r>
          </a:p>
          <a:p>
            <a:pPr lvl="1">
              <a:lnSpc>
                <a:spcPct val="11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561708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F8F85-1DE2-308E-4738-827BBB5C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>
                <a:latin typeface="Arial" pitchFamily="34" charset="0"/>
                <a:ea typeface="Arial" pitchFamily="34" charset="-122"/>
                <a:cs typeface="Arial" pitchFamily="34" charset="-120"/>
              </a:rPr>
              <a:t>How to Decompose a Monolith</a:t>
            </a:r>
            <a:endParaRPr lang="en-US" sz="3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754275-0FC0-EA2E-6801-199C74DCC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7413883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77983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A2523-AE3C-BE8E-4F7E-F73377BF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41" y="99501"/>
            <a:ext cx="8856600" cy="787897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2500" dirty="0"/>
              <a:t>Microservices in Action: Complete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07655-FB11-E29B-707A-B132FE230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32" b="11584"/>
          <a:stretch>
            <a:fillRect/>
          </a:stretch>
        </p:blipFill>
        <p:spPr>
          <a:xfrm>
            <a:off x="20" y="1238596"/>
            <a:ext cx="12191979" cy="561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8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8D56D9-5610-1CFC-A915-73B9F223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Arial" pitchFamily="34" charset="0"/>
                <a:ea typeface="Arial" pitchFamily="34" charset="-122"/>
                <a:cs typeface="Arial" pitchFamily="34" charset="-120"/>
              </a:rPr>
              <a:t>Database-Per-Service Pattern</a:t>
            </a:r>
            <a:endParaRPr lang="en-US" sz="3200" dirty="0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F6F48A41-F5E2-4ED1-44D4-B1D0AC12A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38" r="29469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E848E-81D3-A638-6311-A1B7BF355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Principle: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Each service owns its own database, no direct database access between services</a:t>
            </a:r>
            <a:endParaRPr lang="en-US" sz="1800" dirty="0"/>
          </a:p>
          <a:p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✓ Benefits</a:t>
            </a:r>
            <a:endParaRPr lang="en-US" sz="1800" dirty="0"/>
          </a:p>
          <a:p>
            <a:pPr lvl="1"/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Technology choice (SQL/NoSQL</a:t>
            </a:r>
          </a:p>
          <a:p>
            <a:pPr lvl="1"/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Independent scaling</a:t>
            </a:r>
          </a:p>
          <a:p>
            <a:pPr lvl="1"/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Data isolation and security</a:t>
            </a:r>
            <a:endParaRPr lang="en-US" sz="1600" dirty="0"/>
          </a:p>
          <a:p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⚠ Challenges</a:t>
            </a:r>
            <a:endParaRPr lang="en-US" sz="1800" dirty="0"/>
          </a:p>
          <a:p>
            <a:pPr lvl="1"/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Data consistency across services</a:t>
            </a:r>
          </a:p>
          <a:p>
            <a:pPr lvl="1"/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Complex queries spanning services</a:t>
            </a:r>
            <a:endParaRPr lang="en-US" sz="16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989632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7F2E9-5732-AB37-C35B-CC7B647BF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r>
              <a:rPr lang="en-US">
                <a:latin typeface="Arial" pitchFamily="34" charset="0"/>
                <a:ea typeface="Arial" pitchFamily="34" charset="-122"/>
                <a:cs typeface="Arial" pitchFamily="34" charset="-120"/>
              </a:rPr>
              <a:t>DevOps: The Cultural Shift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422C1-C239-44C9-0C30-265215EB2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481" y="2495774"/>
            <a:ext cx="8278892" cy="3273426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Microservices require DevOps mindset:</a:t>
            </a:r>
            <a:endParaRPr lang="en-US" sz="1800" dirty="0"/>
          </a:p>
          <a:p>
            <a:r>
              <a:rPr lang="en-US" sz="1800" b="1" dirty="0"/>
              <a:t>CI/CD Pipelines</a:t>
            </a:r>
            <a:r>
              <a:rPr lang="en-US" sz="1800" dirty="0"/>
              <a:t>: Automated build, test, deploy for each service</a:t>
            </a:r>
          </a:p>
          <a:p>
            <a:r>
              <a:rPr lang="en-US" sz="1800" b="1" dirty="0"/>
              <a:t>Infrastructure as Code</a:t>
            </a:r>
            <a:r>
              <a:rPr lang="en-US" sz="1800" dirty="0"/>
              <a:t>: Define infrastructure in code (Kubernetes YAML, Terraform)</a:t>
            </a:r>
          </a:p>
          <a:p>
            <a:r>
              <a:rPr lang="en-US" sz="1800" b="1" dirty="0"/>
              <a:t>Observability</a:t>
            </a:r>
            <a:r>
              <a:rPr lang="en-US" sz="1800" dirty="0"/>
              <a:t>: Comprehensive logging, metrics, tracing across services</a:t>
            </a:r>
          </a:p>
          <a:p>
            <a:r>
              <a:rPr lang="en-US" sz="1800" b="1" dirty="0"/>
              <a:t>Team Autonomy</a:t>
            </a:r>
            <a:r>
              <a:rPr lang="en-US" sz="1800" dirty="0"/>
              <a:t>: Teams own deployment and operations of their service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956423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6AD8C-39A5-F303-6B1D-676C5B90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>
                <a:latin typeface="Arial" pitchFamily="34" charset="0"/>
                <a:ea typeface="Arial" pitchFamily="34" charset="-122"/>
                <a:cs typeface="Arial" pitchFamily="34" charset="-120"/>
              </a:rPr>
              <a:t>Scaling: Independent Service Growth</a:t>
            </a:r>
            <a:endParaRPr lang="en-US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96FFC80-9623-414D-D576-704C4CAD98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163080"/>
              </p:ext>
            </p:extLst>
          </p:nvPr>
        </p:nvGraphicFramePr>
        <p:xfrm>
          <a:off x="1035435" y="1221823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72035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B8FB7-1FA2-0E2D-B8EB-B057F7FC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>
                <a:latin typeface="Arial" pitchFamily="34" charset="0"/>
                <a:ea typeface="Arial" pitchFamily="34" charset="-122"/>
                <a:cs typeface="Arial" pitchFamily="34" charset="-120"/>
              </a:rPr>
              <a:t>When NOT to Use Microservices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13767-9A02-33B2-4078-3616AC43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342900" indent="-342900">
              <a:buSzPct val="100000"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Small teams: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Overhead exceeds benefits if you can't field multiple teams</a:t>
            </a:r>
            <a:endParaRPr lang="en-US" sz="1800" dirty="0"/>
          </a:p>
          <a:p>
            <a:pPr marL="342900" indent="-342900">
              <a:buSzPct val="100000"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Simple applications: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A monolith is simpler and sufficient</a:t>
            </a:r>
            <a:endParaRPr lang="en-US" sz="1800" dirty="0"/>
          </a:p>
          <a:p>
            <a:pPr marL="342900" indent="-342900">
              <a:buSzPct val="100000"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 DevOps capability: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Requires strong DevOps/infrastructure skills</a:t>
            </a:r>
            <a:endParaRPr lang="en-US" sz="1800" dirty="0"/>
          </a:p>
          <a:p>
            <a:pPr marL="342900" indent="-342900">
              <a:buSzPct val="100000"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Tight latency requirements: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Network hop overhead may be critical</a:t>
            </a:r>
            <a:endParaRPr lang="en-US" sz="1800" dirty="0"/>
          </a:p>
          <a:p>
            <a:pPr marL="342900" indent="-342900">
              <a:buSzPct val="100000"/>
            </a:pPr>
            <a:r>
              <a:rPr lang="en-US" sz="1800" b="1">
                <a:latin typeface="Arial" pitchFamily="34" charset="0"/>
                <a:ea typeface="Arial" pitchFamily="34" charset="-122"/>
                <a:cs typeface="Arial" pitchFamily="34" charset="-120"/>
              </a:rPr>
              <a:t>Limited </a:t>
            </a: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budget: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Infrastructure costs are higher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290BD8B8-8FA3-2C97-4510-6FDB3A7312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61" r="18539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669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7EEFB-508C-BF8C-2E7E-34A71A73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2D58DE-7348-BF76-7E44-080D89A38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D05E4-FAE8-9C37-932B-8A88DA7A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80" y="1130321"/>
            <a:ext cx="10731640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Module 7  - Security &amp; Governance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CF57AF84-288E-EF3B-B165-03BAF4881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782115"/>
            <a:ext cx="3113314" cy="31133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D7E08-929C-B529-FED2-BDA0126E5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913" y="5038400"/>
            <a:ext cx="4944091" cy="8970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Enterprise-Ready SOA &amp;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272547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2AF6B-8073-BCF1-B94E-340158256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Learning Objectives</a:t>
            </a:r>
          </a:p>
        </p:txBody>
      </p:sp>
      <p:pic>
        <p:nvPicPr>
          <p:cNvPr id="1026" name="Picture 2" descr="Security Template for PowerPoint and Google Slides">
            <a:extLst>
              <a:ext uri="{FF2B5EF4-FFF2-40B4-BE49-F238E27FC236}">
                <a16:creationId xmlns:a16="http://schemas.microsoft.com/office/drawing/2014/main" id="{4700796A-FC14-ADB2-50C1-E17925E44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" y="1792223"/>
            <a:ext cx="6113926" cy="343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727D-5AE5-D171-3C2C-C4CD6E2DC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176" y="1792224"/>
            <a:ext cx="4307527" cy="4517136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Master authentication and authorization in distributed systems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Understand OAuth 2.0, JWT, and Zero Trust security models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Implement API Gateway security patterns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Design service mesh for secure inter-service communication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Meet compliance requirements (GDPR, ISO 27001)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Establish SOA governance frameworks</a:t>
            </a:r>
          </a:p>
        </p:txBody>
      </p:sp>
    </p:spTree>
    <p:extLst>
      <p:ext uri="{BB962C8B-B14F-4D97-AF65-F5344CB8AC3E}">
        <p14:creationId xmlns:p14="http://schemas.microsoft.com/office/powerpoint/2010/main" val="32726774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2BA95-3C0E-8C73-944F-8D8E5E0F9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The Security Challenge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1DDC4-0908-6A1A-F2F4-AC2D427AD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37" r="47288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D3AE531-A753-0635-B109-D71D75C4A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 b="1" dirty="0"/>
              <a:t>Monolithic Problem:</a:t>
            </a:r>
            <a:r>
              <a:rPr lang="en-US" sz="1800" dirty="0"/>
              <a:t> Single point of failure, single database to compromise</a:t>
            </a:r>
          </a:p>
          <a:p>
            <a:r>
              <a:rPr lang="en-US" sz="1800" b="1" dirty="0"/>
              <a:t>SOA/Microservices Problem:</a:t>
            </a:r>
            <a:r>
              <a:rPr lang="en-US" sz="1800" dirty="0"/>
              <a:t> Many services, many databases, many communication paths</a:t>
            </a:r>
          </a:p>
          <a:p>
            <a:pPr lvl="2"/>
            <a:r>
              <a:rPr lang="en-US" sz="1800" b="1" dirty="0">
                <a:solidFill>
                  <a:srgbClr val="00B050"/>
                </a:solidFill>
              </a:rPr>
              <a:t>Result:</a:t>
            </a:r>
            <a:r>
              <a:rPr lang="en-US" sz="1800" dirty="0">
                <a:solidFill>
                  <a:srgbClr val="00B050"/>
                </a:solidFill>
              </a:rPr>
              <a:t> Larger attack surface, more complex to secure, but also better isolation between services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203401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7D2EF-8DFD-61CC-A831-3AAB3E6A0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Core Security Principles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0CC38F2-7BA8-EEFC-8F49-54F4D37D14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24631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6866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3A97-AB48-C31F-4007-4B7AE974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Authentication vs Authorization</a:t>
            </a: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5115EEC7-6235-C0E8-1FFB-9DFC55111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041857"/>
              </p:ext>
            </p:extLst>
          </p:nvPr>
        </p:nvGraphicFramePr>
        <p:xfrm>
          <a:off x="612647" y="1715532"/>
          <a:ext cx="11224311" cy="4926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792518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CA555-F158-2F7B-CAB7-6BBF7ED5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56851"/>
            <a:ext cx="4621553" cy="735341"/>
          </a:xfrm>
        </p:spPr>
        <p:txBody>
          <a:bodyPr anchor="b">
            <a:normAutofit/>
          </a:bodyPr>
          <a:lstStyle/>
          <a:p>
            <a:r>
              <a:rPr lang="en-US" sz="2000" dirty="0"/>
              <a:t>API Gateway: First Line of 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E18E-5CB3-7B28-420C-EDA6ECE9C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399071"/>
            <a:ext cx="4621553" cy="334400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B050"/>
                </a:solidFill>
              </a:rPr>
              <a:t>API Gateway is the security perimeter:</a:t>
            </a:r>
            <a:endParaRPr lang="en-US" sz="1400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400" b="1" dirty="0"/>
              <a:t>Authentication:</a:t>
            </a:r>
            <a:r>
              <a:rPr lang="en-US" sz="1400" dirty="0"/>
              <a:t> Verify client identity before requests reach services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Rate Limiting:</a:t>
            </a:r>
            <a:r>
              <a:rPr lang="en-US" sz="1400" dirty="0"/>
              <a:t> Prevent DDoS and brute-force attacks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Request Validation:</a:t>
            </a:r>
            <a:r>
              <a:rPr lang="en-US" sz="1400" dirty="0"/>
              <a:t> Reject malformed or suspicious requests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Encryption (TLS):</a:t>
            </a:r>
            <a:r>
              <a:rPr lang="en-US" sz="1400" dirty="0"/>
              <a:t> All external communication encrypted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Audit Logging:</a:t>
            </a:r>
            <a:r>
              <a:rPr lang="en-US" sz="1400" dirty="0"/>
              <a:t> Track all API calls for compliance</a:t>
            </a:r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722B6-E4D0-BA33-1725-2697FC756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269021"/>
            <a:ext cx="5837780" cy="431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FDBF4-2CEC-1822-4528-31CCCD70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 2.0: Industry Standard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5FF422-C752-E170-D0A9-B37AF514EE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610347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31205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576-D804-8B1C-6D97-BC23F6EB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OAuth 2.0: The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2B096-CCAA-7599-B6C7-8C72D77CC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 ExtraLight" panose="020B0204020104020204" pitchFamily="34" charset="0"/>
              </a:rPr>
              <a:t>User clicks "Login with Google" in your app</a:t>
            </a:r>
          </a:p>
          <a:p>
            <a:r>
              <a:rPr lang="en-US" dirty="0">
                <a:latin typeface="Abadi ExtraLight" panose="020B0204020104020204" pitchFamily="34" charset="0"/>
              </a:rPr>
              <a:t>App redirects to Google Auth Server</a:t>
            </a:r>
          </a:p>
          <a:p>
            <a:r>
              <a:rPr lang="en-US" dirty="0">
                <a:latin typeface="Abadi ExtraLight" panose="020B0204020104020204" pitchFamily="34" charset="0"/>
              </a:rPr>
              <a:t>User logs in to Google (app never sees password)</a:t>
            </a:r>
          </a:p>
          <a:p>
            <a:r>
              <a:rPr lang="en-US" dirty="0">
                <a:latin typeface="Abadi ExtraLight" panose="020B0204020104020204" pitchFamily="34" charset="0"/>
              </a:rPr>
              <a:t>Google issues Authorization Code</a:t>
            </a:r>
          </a:p>
          <a:p>
            <a:r>
              <a:rPr lang="en-US" dirty="0">
                <a:latin typeface="Abadi ExtraLight" panose="020B0204020104020204" pitchFamily="34" charset="0"/>
              </a:rPr>
              <a:t>App exchanges code for Access Token</a:t>
            </a:r>
          </a:p>
          <a:p>
            <a:r>
              <a:rPr lang="en-US" dirty="0">
                <a:latin typeface="Abadi ExtraLight" panose="020B0204020104020204" pitchFamily="34" charset="0"/>
              </a:rPr>
              <a:t>App calls API with Bearer Token</a:t>
            </a:r>
          </a:p>
          <a:p>
            <a:r>
              <a:rPr lang="en-US" dirty="0">
                <a:latin typeface="Abadi ExtraLight" panose="020B0204020104020204" pitchFamily="34" charset="0"/>
              </a:rPr>
              <a:t>Resource Server validates token and grants access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9686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3E52-2141-8A60-13EE-8167B9E09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JWT: Token-Based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C28C-2469-15A8-4292-2FA8EC0BB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Self-contained, signed token with embedded user information</a:t>
            </a:r>
          </a:p>
          <a:p>
            <a:r>
              <a:rPr lang="en-US" b="1" dirty="0"/>
              <a:t>Structure: </a:t>
            </a:r>
            <a:r>
              <a:rPr lang="en-US" b="1" dirty="0" err="1"/>
              <a:t>Header.Payload.Signature</a:t>
            </a:r>
            <a:endParaRPr lang="en-US" b="1" dirty="0"/>
          </a:p>
          <a:p>
            <a:r>
              <a:rPr lang="en-US" b="1" dirty="0"/>
              <a:t>✓</a:t>
            </a:r>
            <a:r>
              <a:rPr lang="en-US" dirty="0"/>
              <a:t> Stateless (no server session needed), </a:t>
            </a:r>
            <a:r>
              <a:rPr lang="en-US" b="1" dirty="0"/>
              <a:t>✓</a:t>
            </a:r>
            <a:r>
              <a:rPr lang="en-US" dirty="0"/>
              <a:t> Scalable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8300B-BC95-8E50-3182-01B88DE0D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44" y="3620560"/>
            <a:ext cx="9664403" cy="109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2693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8BE9A0-D1B2-9560-05F1-9376596FA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55D31-D11E-DE30-4104-33288DB8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044" y="5203020"/>
            <a:ext cx="924285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latin typeface="Arial" pitchFamily="34" charset="0"/>
                <a:ea typeface="Arial" pitchFamily="34" charset="-122"/>
                <a:cs typeface="Arial" pitchFamily="34" charset="-120"/>
              </a:rPr>
              <a:t>JWT: Pros &amp; Cons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7B0831-A7A4-B2BC-CAC5-CB9FAE3E3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722930"/>
              </p:ext>
            </p:extLst>
          </p:nvPr>
        </p:nvGraphicFramePr>
        <p:xfrm>
          <a:off x="1340160" y="947350"/>
          <a:ext cx="9511679" cy="3838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27720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9C276-EB3B-8D34-3230-BA5BB692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Service-to-Service Security</a:t>
            </a:r>
          </a:p>
        </p:txBody>
      </p:sp>
      <p:pic>
        <p:nvPicPr>
          <p:cNvPr id="5" name="Picture 4" descr="Person handing over keys">
            <a:extLst>
              <a:ext uri="{FF2B5EF4-FFF2-40B4-BE49-F238E27FC236}">
                <a16:creationId xmlns:a16="http://schemas.microsoft.com/office/drawing/2014/main" id="{B056825C-AB6F-E124-A13F-1B5A93280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43" r="32264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7C26B-26DC-0325-CB32-827890B25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 b="1"/>
              <a:t>Challenge:</a:t>
            </a:r>
            <a:r>
              <a:rPr lang="en-US" sz="1800"/>
              <a:t> How do services authenticate to each other securely?</a:t>
            </a:r>
          </a:p>
          <a:p>
            <a:pPr lvl="1"/>
            <a:r>
              <a:rPr lang="en-US" b="1" dirty="0"/>
              <a:t>Mutual TLS (</a:t>
            </a:r>
            <a:r>
              <a:rPr lang="en-US" b="1"/>
              <a:t>mTLS</a:t>
            </a:r>
            <a:r>
              <a:rPr lang="en-US" b="1" dirty="0"/>
              <a:t>):</a:t>
            </a:r>
            <a:r>
              <a:rPr lang="en-US" dirty="0"/>
              <a:t> Both services present certificates, encrypt communication</a:t>
            </a:r>
          </a:p>
          <a:p>
            <a:pPr lvl="1"/>
            <a:r>
              <a:rPr lang="en-US" b="1" dirty="0"/>
              <a:t>Service Credentials:</a:t>
            </a:r>
            <a:r>
              <a:rPr lang="en-US" dirty="0"/>
              <a:t> Each service has client ID/secret, exchanges for token</a:t>
            </a:r>
          </a:p>
          <a:p>
            <a:pPr lvl="1"/>
            <a:r>
              <a:rPr lang="en-US" b="1" dirty="0"/>
              <a:t>API Keys:</a:t>
            </a:r>
            <a:r>
              <a:rPr lang="en-US" dirty="0"/>
              <a:t> Service A includes API key from Service B in requests</a:t>
            </a:r>
          </a:p>
          <a:p>
            <a:pPr lvl="1"/>
            <a:r>
              <a:rPr lang="en-US" b="1" dirty="0"/>
              <a:t>Service Mesh:</a:t>
            </a:r>
            <a:r>
              <a:rPr lang="en-US" dirty="0"/>
              <a:t> Infrastructure (Istio) handles </a:t>
            </a:r>
            <a:r>
              <a:rPr lang="en-US"/>
              <a:t>mTLS</a:t>
            </a:r>
            <a:r>
              <a:rPr lang="en-US" dirty="0"/>
              <a:t> automatically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9733712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7FD8-0CC6-CB88-14A4-67E261DB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Microservice Certificate?</a:t>
            </a: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013E2603-1454-F98A-276E-85AF19CEA2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153243"/>
              </p:ext>
            </p:extLst>
          </p:nvPr>
        </p:nvGraphicFramePr>
        <p:xfrm>
          <a:off x="301451" y="1386673"/>
          <a:ext cx="11515411" cy="52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00154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35EEF-1B83-9364-0A4F-435C03483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dirty="0"/>
              <a:t>Zero Trust: Never Trust by Default</a:t>
            </a:r>
          </a:p>
        </p:txBody>
      </p:sp>
      <p:pic>
        <p:nvPicPr>
          <p:cNvPr id="4098" name="Picture 2" descr="How to Implement Zero Trust Network Architectures?">
            <a:extLst>
              <a:ext uri="{FF2B5EF4-FFF2-40B4-BE49-F238E27FC236}">
                <a16:creationId xmlns:a16="http://schemas.microsoft.com/office/drawing/2014/main" id="{88CC6FEB-DFB7-B65D-EAD0-7B36977D3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8" r="20368" b="-1"/>
          <a:stretch>
            <a:fillRect/>
          </a:stretch>
        </p:blipFill>
        <p:spPr bwMode="auto">
          <a:xfrm>
            <a:off x="1" y="10"/>
            <a:ext cx="637336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EC563-F636-D1DD-AB57-EEB8F1094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/>
              <a:t>Principle:</a:t>
            </a:r>
            <a:r>
              <a:rPr lang="en-US" sz="1500"/>
              <a:t> Assume no service is trusted. Verify every request (internal or external).</a:t>
            </a:r>
          </a:p>
          <a:p>
            <a:pPr>
              <a:lnSpc>
                <a:spcPct val="110000"/>
              </a:lnSpc>
            </a:pPr>
            <a:r>
              <a:rPr lang="en-US" sz="1500" b="1"/>
              <a:t>Zero Trust Checklist:</a:t>
            </a:r>
            <a:endParaRPr lang="en-US" sz="1500"/>
          </a:p>
          <a:p>
            <a:pPr lvl="1">
              <a:lnSpc>
                <a:spcPct val="110000"/>
              </a:lnSpc>
            </a:pPr>
            <a:r>
              <a:rPr lang="en-US" sz="1500"/>
              <a:t>Authenticate every request (even internal)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Authorize based on role/attributes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Encrypt all communication (TLS/mTLS)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Monitor all interactions for anomalies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Rotate credentials frequently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Segment network (service-to-service firewall)</a:t>
            </a:r>
          </a:p>
          <a:p>
            <a:pPr>
              <a:lnSpc>
                <a:spcPct val="11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996326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B1B79-FEAB-23FD-709F-8ABBDFC7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96141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sz="2800" dirty="0"/>
              <a:t>Data Security: In Transit &amp; At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1562B-E4A2-5095-7C74-B04679059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802841"/>
            <a:ext cx="4621553" cy="31590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 dirty="0"/>
              <a:t>In Transit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TLS 1.3</a:t>
            </a:r>
            <a:r>
              <a:rPr lang="en-US" sz="1500" dirty="0"/>
              <a:t> for all HTTP communication</a:t>
            </a:r>
          </a:p>
          <a:p>
            <a:pPr lvl="1">
              <a:lnSpc>
                <a:spcPct val="110000"/>
              </a:lnSpc>
            </a:pPr>
            <a:r>
              <a:rPr lang="en-US" sz="1500" b="1" dirty="0" err="1"/>
              <a:t>mTLS</a:t>
            </a:r>
            <a:r>
              <a:rPr lang="en-US" sz="1500" dirty="0"/>
              <a:t> for service-to-service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VPN</a:t>
            </a:r>
            <a:r>
              <a:rPr lang="en-US" sz="1500" dirty="0"/>
              <a:t> for sensitive networks</a:t>
            </a:r>
          </a:p>
          <a:p>
            <a:pPr>
              <a:lnSpc>
                <a:spcPct val="110000"/>
              </a:lnSpc>
            </a:pPr>
            <a:r>
              <a:rPr lang="en-US" sz="1500" b="1" dirty="0"/>
              <a:t>At Rest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AES-256</a:t>
            </a:r>
            <a:r>
              <a:rPr lang="en-US" sz="1500" dirty="0"/>
              <a:t> encryption for databases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Secrets vault</a:t>
            </a:r>
            <a:r>
              <a:rPr lang="en-US" sz="1500" dirty="0"/>
              <a:t> (</a:t>
            </a:r>
            <a:r>
              <a:rPr lang="en-US" sz="1500" dirty="0" err="1"/>
              <a:t>HashiCorp</a:t>
            </a:r>
            <a:r>
              <a:rPr lang="en-US" sz="1500" dirty="0"/>
              <a:t> Vault) for API keys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Field-level</a:t>
            </a:r>
            <a:r>
              <a:rPr lang="en-US" sz="1500" dirty="0"/>
              <a:t> encryption for PII</a:t>
            </a:r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  <p:pic>
        <p:nvPicPr>
          <p:cNvPr id="5122" name="Picture 2" descr="What does encryption of data-in-transit and data at rest mean?">
            <a:extLst>
              <a:ext uri="{FF2B5EF4-FFF2-40B4-BE49-F238E27FC236}">
                <a16:creationId xmlns:a16="http://schemas.microsoft.com/office/drawing/2014/main" id="{BBE662AE-9548-8405-B617-BF11D6746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1261" y="1787124"/>
            <a:ext cx="5837780" cy="328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03482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4A1F8E-6A5C-04E4-5D7A-7A47D6B6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/>
              <a:t>Secret Management: API Keys &amp;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B856-FD77-94DC-21AE-4AC10C040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NEVER commit secrets to code!</a:t>
            </a:r>
            <a:endParaRPr lang="en-US" sz="1800" dirty="0">
              <a:solidFill>
                <a:srgbClr val="FF0000"/>
              </a:solidFill>
            </a:endParaRPr>
          </a:p>
          <a:p>
            <a:pPr lvl="1"/>
            <a:r>
              <a:rPr lang="en-US" b="1" dirty="0"/>
              <a:t>Secrets Vault:</a:t>
            </a:r>
            <a:r>
              <a:rPr lang="en-US" dirty="0"/>
              <a:t> Centralized store (</a:t>
            </a:r>
            <a:r>
              <a:rPr lang="en-US" dirty="0" err="1"/>
              <a:t>HashiCorp</a:t>
            </a:r>
            <a:r>
              <a:rPr lang="en-US" dirty="0"/>
              <a:t> Vault, AWS Secrets Manager) with encryption</a:t>
            </a:r>
          </a:p>
          <a:p>
            <a:pPr lvl="1"/>
            <a:r>
              <a:rPr lang="en-US" b="1" dirty="0"/>
              <a:t>Rotate Credentials:</a:t>
            </a:r>
            <a:r>
              <a:rPr lang="en-US" dirty="0"/>
              <a:t> Change API keys/passwords regularly (90 days typical)</a:t>
            </a:r>
          </a:p>
          <a:p>
            <a:pPr lvl="1"/>
            <a:r>
              <a:rPr lang="en-US" b="1" dirty="0"/>
              <a:t>Audit Access:</a:t>
            </a:r>
            <a:r>
              <a:rPr lang="en-US" dirty="0"/>
              <a:t> Log who accessed what secrets and when</a:t>
            </a:r>
          </a:p>
          <a:p>
            <a:pPr lvl="1"/>
            <a:r>
              <a:rPr lang="en-US" b="1" dirty="0"/>
              <a:t>Environment Variables:</a:t>
            </a:r>
            <a:r>
              <a:rPr lang="en-US" dirty="0"/>
              <a:t> Load secrets from environment, not code</a:t>
            </a:r>
          </a:p>
          <a:p>
            <a:pPr lvl="1"/>
            <a:r>
              <a:rPr lang="en-US" b="1" dirty="0"/>
              <a:t>Service Accounts:</a:t>
            </a:r>
            <a:r>
              <a:rPr lang="en-US" dirty="0"/>
              <a:t> Each service has unique credentials</a:t>
            </a:r>
          </a:p>
          <a:p>
            <a:endParaRPr lang="en-US" sz="1800" dirty="0"/>
          </a:p>
        </p:txBody>
      </p:sp>
      <p:pic>
        <p:nvPicPr>
          <p:cNvPr id="7" name="Graphic 6" descr="Safe">
            <a:extLst>
              <a:ext uri="{FF2B5EF4-FFF2-40B4-BE49-F238E27FC236}">
                <a16:creationId xmlns:a16="http://schemas.microsoft.com/office/drawing/2014/main" id="{EBDDE7F5-3015-666F-E4B4-62D5EAE5A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4939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94C7-B06C-5FFF-2298-ADBDA0F6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API Governance: Practical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77CFE-8005-E170-D802-ABFF6C4E4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Naming Conventions:</a:t>
            </a:r>
            <a:r>
              <a:rPr lang="en-US" dirty="0"/>
              <a:t> /</a:t>
            </a:r>
            <a:r>
              <a:rPr lang="en-US" dirty="0" err="1"/>
              <a:t>api</a:t>
            </a:r>
            <a:r>
              <a:rPr lang="en-US" dirty="0"/>
              <a:t>/v1/resources (</a:t>
            </a:r>
            <a:r>
              <a:rPr lang="en-US" dirty="0" err="1"/>
              <a:t>snake_case</a:t>
            </a:r>
            <a:r>
              <a:rPr lang="en-US" dirty="0"/>
              <a:t>), consistent patterns</a:t>
            </a:r>
          </a:p>
          <a:p>
            <a:r>
              <a:rPr lang="en-US" b="1" dirty="0"/>
              <a:t>Status Codes:</a:t>
            </a:r>
            <a:r>
              <a:rPr lang="en-US" dirty="0"/>
              <a:t> 200=success, 400=client error, 500=server error, 429=rate limit</a:t>
            </a:r>
          </a:p>
          <a:p>
            <a:r>
              <a:rPr lang="en-US" b="1" dirty="0"/>
              <a:t>Error Responses:</a:t>
            </a:r>
            <a:r>
              <a:rPr lang="en-US" dirty="0"/>
              <a:t> Standardized error format with error code and message</a:t>
            </a:r>
          </a:p>
          <a:p>
            <a:r>
              <a:rPr lang="en-US" b="1" dirty="0"/>
              <a:t>Pagination:</a:t>
            </a:r>
            <a:r>
              <a:rPr lang="en-US" dirty="0"/>
              <a:t> Consistent page/limit parameters for list endpoints</a:t>
            </a:r>
          </a:p>
          <a:p>
            <a:r>
              <a:rPr lang="en-US" b="1" dirty="0"/>
              <a:t>Documentation:</a:t>
            </a:r>
            <a:r>
              <a:rPr lang="en-US" dirty="0"/>
              <a:t> </a:t>
            </a:r>
            <a:r>
              <a:rPr lang="en-US" dirty="0" err="1"/>
              <a:t>OpenAPI</a:t>
            </a:r>
            <a:r>
              <a:rPr lang="en-US" dirty="0"/>
              <a:t>/Swagger specs for all endpoints</a:t>
            </a:r>
          </a:p>
          <a:p>
            <a:r>
              <a:rPr lang="en-US" b="1" dirty="0"/>
              <a:t>SLAs:</a:t>
            </a:r>
            <a:r>
              <a:rPr lang="en-US" dirty="0"/>
              <a:t> Define uptime, latency, error rate targets per service</a:t>
            </a:r>
          </a:p>
        </p:txBody>
      </p:sp>
    </p:spTree>
    <p:extLst>
      <p:ext uri="{BB962C8B-B14F-4D97-AF65-F5344CB8AC3E}">
        <p14:creationId xmlns:p14="http://schemas.microsoft.com/office/powerpoint/2010/main" val="39091785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D133-5A73-E4DA-71C9-A49EE0A8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 Registry: Governance Enabler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23FF4-8D93-A6FF-9813-C3F15BA36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Service Registry:</a:t>
            </a:r>
            <a:r>
              <a:rPr lang="en-US" dirty="0"/>
              <a:t> Single source of truth for all services</a:t>
            </a:r>
          </a:p>
          <a:p>
            <a:r>
              <a:rPr lang="en-US" b="1" dirty="0"/>
              <a:t>What to track:</a:t>
            </a:r>
            <a:endParaRPr lang="en-US" dirty="0"/>
          </a:p>
          <a:p>
            <a:pPr lvl="1"/>
            <a:r>
              <a:rPr lang="en-US" dirty="0"/>
              <a:t>Service name, version, owner team</a:t>
            </a:r>
          </a:p>
          <a:p>
            <a:pPr lvl="1"/>
            <a:r>
              <a:rPr lang="en-US" dirty="0"/>
              <a:t>Endpoints and API documentation</a:t>
            </a:r>
          </a:p>
          <a:p>
            <a:pPr lvl="1"/>
            <a:r>
              <a:rPr lang="en-US" dirty="0"/>
              <a:t>Health status and uptime SLA</a:t>
            </a:r>
          </a:p>
          <a:p>
            <a:pPr lvl="1"/>
            <a:r>
              <a:rPr lang="en-US" dirty="0"/>
              <a:t>Dependencies (what services does this depend on?)</a:t>
            </a:r>
          </a:p>
          <a:p>
            <a:pPr lvl="1"/>
            <a:r>
              <a:rPr lang="en-US" dirty="0"/>
              <a:t>Security requirements and certifications</a:t>
            </a:r>
          </a:p>
          <a:p>
            <a:pPr lvl="1"/>
            <a:r>
              <a:rPr lang="en-US" dirty="0"/>
              <a:t>Data classification (public, internal, sensitive)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24010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7AB2-2A30-80DD-CA8F-B4DAF74B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Governance Models: Centralized vs Federated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2B8E7-E581-A342-2A01-86C2BDF34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Centralized</a:t>
            </a:r>
          </a:p>
          <a:p>
            <a:pPr lvl="1"/>
            <a:r>
              <a:rPr lang="en-US" b="1" dirty="0"/>
              <a:t>One team controls all policies</a:t>
            </a:r>
            <a:endParaRPr lang="en-US" dirty="0"/>
          </a:p>
          <a:p>
            <a:pPr lvl="1"/>
            <a:r>
              <a:rPr lang="en-US" b="1" dirty="0"/>
              <a:t>✓</a:t>
            </a:r>
            <a:r>
              <a:rPr lang="en-US" dirty="0"/>
              <a:t> Consistent, strict control</a:t>
            </a:r>
          </a:p>
          <a:p>
            <a:pPr lvl="1"/>
            <a:r>
              <a:rPr lang="en-US" b="1" dirty="0"/>
              <a:t>✗</a:t>
            </a:r>
            <a:r>
              <a:rPr lang="en-US" dirty="0"/>
              <a:t> Slow, bottleneck, limits agility</a:t>
            </a:r>
          </a:p>
          <a:p>
            <a:r>
              <a:rPr lang="en-US" b="1" dirty="0"/>
              <a:t>Federated</a:t>
            </a:r>
          </a:p>
          <a:p>
            <a:pPr lvl="1"/>
            <a:r>
              <a:rPr lang="en-US" b="1" dirty="0"/>
              <a:t>Teams control their services, central oversight</a:t>
            </a:r>
            <a:endParaRPr lang="en-US" dirty="0"/>
          </a:p>
          <a:p>
            <a:pPr lvl="1"/>
            <a:r>
              <a:rPr lang="en-US" b="1" dirty="0"/>
              <a:t>✓</a:t>
            </a:r>
            <a:r>
              <a:rPr lang="en-US" dirty="0"/>
              <a:t> Fast, agile, team autonomy</a:t>
            </a:r>
          </a:p>
          <a:p>
            <a:pPr lvl="1"/>
            <a:r>
              <a:rPr lang="en-US" b="1" dirty="0"/>
              <a:t>✗</a:t>
            </a:r>
            <a:r>
              <a:rPr lang="en-US" dirty="0"/>
              <a:t> Harder to enforce standards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25900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ED3E-689E-17D9-86E1-320271F2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Pitfalls to Avoid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144A1-4C37-F45F-EFBE-7DD56B05D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Storing secrets in code or environment variables (use vault!)</a:t>
            </a:r>
          </a:p>
          <a:p>
            <a:r>
              <a:rPr lang="en-US" dirty="0"/>
              <a:t>No encryption for service-to-service communication</a:t>
            </a:r>
          </a:p>
          <a:p>
            <a:r>
              <a:rPr lang="en-US" dirty="0"/>
              <a:t>Weak or missing API authentication</a:t>
            </a:r>
          </a:p>
          <a:p>
            <a:r>
              <a:rPr lang="en-US" dirty="0"/>
              <a:t>No rate limiting (vulnerable to DoS)</a:t>
            </a:r>
          </a:p>
          <a:p>
            <a:r>
              <a:rPr lang="en-US" dirty="0"/>
              <a:t>Insufficient audit logging for compliance</a:t>
            </a:r>
          </a:p>
          <a:p>
            <a:r>
              <a:rPr lang="en-US" dirty="0"/>
              <a:t>Ignoring the blast radius of service compromise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5986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A yellow note that says key takeaway on it | Premium Photo">
            <a:extLst>
              <a:ext uri="{FF2B5EF4-FFF2-40B4-BE49-F238E27FC236}">
                <a16:creationId xmlns:a16="http://schemas.microsoft.com/office/drawing/2014/main" id="{CEECD463-31E5-4C86-1430-D7FE0E2C6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44" r="30887" b="-1"/>
          <a:stretch>
            <a:fillRect/>
          </a:stretch>
        </p:blipFill>
        <p:spPr bwMode="auto">
          <a:xfrm>
            <a:off x="20" y="10"/>
            <a:ext cx="491030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D126-FD1C-0DA0-64E7-6581222A1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b="1"/>
              <a:t>Zero Trust:</a:t>
            </a:r>
            <a:r>
              <a:rPr lang="en-US" sz="1800"/>
              <a:t> Never trust by default, always verify</a:t>
            </a:r>
          </a:p>
          <a:p>
            <a:pPr>
              <a:lnSpc>
                <a:spcPct val="110000"/>
              </a:lnSpc>
            </a:pPr>
            <a:r>
              <a:rPr lang="en-US" sz="1800" b="1"/>
              <a:t>OAuth 2.0 + JWT:</a:t>
            </a:r>
            <a:r>
              <a:rPr lang="en-US" sz="1800"/>
              <a:t> Industry standard for API authentication</a:t>
            </a:r>
          </a:p>
          <a:p>
            <a:pPr>
              <a:lnSpc>
                <a:spcPct val="110000"/>
              </a:lnSpc>
            </a:pPr>
            <a:r>
              <a:rPr lang="en-US" sz="1800" b="1"/>
              <a:t>API Gateway:</a:t>
            </a:r>
            <a:r>
              <a:rPr lang="en-US" sz="1800"/>
              <a:t> First line of defense, handles auth/rate limit/encryption</a:t>
            </a:r>
          </a:p>
          <a:p>
            <a:pPr>
              <a:lnSpc>
                <a:spcPct val="110000"/>
              </a:lnSpc>
            </a:pPr>
            <a:r>
              <a:rPr lang="en-US" sz="1800" b="1"/>
              <a:t>mTLS:</a:t>
            </a:r>
            <a:r>
              <a:rPr lang="en-US" sz="1800"/>
              <a:t> Service-to-service encryption and authentication</a:t>
            </a:r>
          </a:p>
          <a:p>
            <a:pPr>
              <a:lnSpc>
                <a:spcPct val="110000"/>
              </a:lnSpc>
            </a:pPr>
            <a:r>
              <a:rPr lang="en-US" sz="1800" b="1"/>
              <a:t>Governance:</a:t>
            </a:r>
            <a:r>
              <a:rPr lang="en-US" sz="1800"/>
              <a:t> Policies, standards, and monitoring make security consistent</a:t>
            </a:r>
          </a:p>
          <a:p>
            <a:pPr>
              <a:lnSpc>
                <a:spcPct val="110000"/>
              </a:lnSpc>
            </a:pPr>
            <a:r>
              <a:rPr lang="en-US" sz="1800" b="1"/>
              <a:t>Compliance by Design:</a:t>
            </a:r>
            <a:r>
              <a:rPr lang="en-US" sz="1800"/>
              <a:t> Security and privacy built in from the start</a:t>
            </a:r>
          </a:p>
          <a:p>
            <a:pPr>
              <a:lnSpc>
                <a:spcPct val="110000"/>
              </a:lnSpc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023573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515EC1F-126B-41EB-B036-D87246842A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3364</TotalTime>
  <Words>5395</Words>
  <Application>Microsoft Office PowerPoint</Application>
  <PresentationFormat>Widescreen</PresentationFormat>
  <Paragraphs>724</Paragraphs>
  <Slides>106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3" baseType="lpstr">
      <vt:lpstr>Abadi ExtraLight</vt:lpstr>
      <vt:lpstr>Aptos</vt:lpstr>
      <vt:lpstr>Arial</vt:lpstr>
      <vt:lpstr>Calibri</vt:lpstr>
      <vt:lpstr>Courier New</vt:lpstr>
      <vt:lpstr>Neue Haas Grotesk Text Pro</vt:lpstr>
      <vt:lpstr>VanillaVTI</vt:lpstr>
      <vt:lpstr>Service-Oriented Architecture</vt:lpstr>
      <vt:lpstr>Module 1 - Introduction to SOA</vt:lpstr>
      <vt:lpstr>Course Objective</vt:lpstr>
      <vt:lpstr>Course Approach</vt:lpstr>
      <vt:lpstr>Let’s start from defining SW-Architecture</vt:lpstr>
      <vt:lpstr>Why We Need Software Architecture</vt:lpstr>
      <vt:lpstr>Lead-In to SOA</vt:lpstr>
      <vt:lpstr>What is a Service?</vt:lpstr>
      <vt:lpstr>Key Characteristics of Services</vt:lpstr>
      <vt:lpstr>What is Service-Oriented Architecture (SOA)?</vt:lpstr>
      <vt:lpstr>Key Principles of SOA</vt:lpstr>
      <vt:lpstr>Why SOA? (The Problem It Solves)</vt:lpstr>
      <vt:lpstr>Benefits and Challenges of SOA</vt:lpstr>
      <vt:lpstr>We know WHAT is SOA</vt:lpstr>
      <vt:lpstr>PowerPoint Presentation</vt:lpstr>
      <vt:lpstr>Module 2  - Modern SDLC</vt:lpstr>
      <vt:lpstr>Concepts to understand</vt:lpstr>
      <vt:lpstr>Agile</vt:lpstr>
      <vt:lpstr>CI/CD (Continuous Integration / Continuous Delivery)</vt:lpstr>
      <vt:lpstr>Containerization</vt:lpstr>
      <vt:lpstr>PowerPoint Presentation</vt:lpstr>
      <vt:lpstr>Orchestration</vt:lpstr>
      <vt:lpstr>Module 3  - SOA Layers </vt:lpstr>
      <vt:lpstr>SOA Layers - Operational Systems Layer </vt:lpstr>
      <vt:lpstr>SOA Layers - Service Component Layer</vt:lpstr>
      <vt:lpstr>SOA Layers - Services Layer</vt:lpstr>
      <vt:lpstr>SOA Layers - Business Process Layer</vt:lpstr>
      <vt:lpstr>SOA Layers – Consumer Layer</vt:lpstr>
      <vt:lpstr>Module 4  - SOA Infrastructure </vt:lpstr>
      <vt:lpstr>SOA Infrastructure – ESB</vt:lpstr>
      <vt:lpstr>SOA Infrastructure – ESB</vt:lpstr>
      <vt:lpstr>SOA Infrastructure – Service Registry / Repository</vt:lpstr>
      <vt:lpstr>SOA Infrastructure – Service Registry / Repository</vt:lpstr>
      <vt:lpstr>SOA Infrastructure – Message Brokers</vt:lpstr>
      <vt:lpstr>SOA Infrastructure – Service Message Brokers</vt:lpstr>
      <vt:lpstr>Distributed systems</vt:lpstr>
      <vt:lpstr>Module 5  - Service Communication &amp; Protocols</vt:lpstr>
      <vt:lpstr>Learning Objectives</vt:lpstr>
      <vt:lpstr>The Challenge: How Do Services Communicate?</vt:lpstr>
      <vt:lpstr>REST: Representational State Transfer </vt:lpstr>
      <vt:lpstr>REST: Key Characteristics</vt:lpstr>
      <vt:lpstr>REST: Practical Example</vt:lpstr>
      <vt:lpstr>REST: Advantages &amp; Challenges</vt:lpstr>
      <vt:lpstr>SOAP: Simple Object Access Protocol</vt:lpstr>
      <vt:lpstr>SOAP: Key Characteristics</vt:lpstr>
      <vt:lpstr>ACID – Let’s define it in our way </vt:lpstr>
      <vt:lpstr>ACID – Let’s define it in our way </vt:lpstr>
      <vt:lpstr>ACID – Let’s define it in our way </vt:lpstr>
      <vt:lpstr>ACID – Let’s define it in our way </vt:lpstr>
      <vt:lpstr>ACID – Let’s define it in our way </vt:lpstr>
      <vt:lpstr>SOAP: Message Structure</vt:lpstr>
      <vt:lpstr>SOAP: Advantages &amp; Challenges</vt:lpstr>
      <vt:lpstr>API Versioning: The Reality</vt:lpstr>
      <vt:lpstr>API Versioning: Common Strategies</vt:lpstr>
      <vt:lpstr>Backward Compatibility Best Practices</vt:lpstr>
      <vt:lpstr>PowerPoint Presentation</vt:lpstr>
      <vt:lpstr>Module 6  - Design Pattern</vt:lpstr>
      <vt:lpstr>Learning Objectives</vt:lpstr>
      <vt:lpstr>Why Design Patterns Matter</vt:lpstr>
      <vt:lpstr>Service Design Patterns: Three Pillars</vt:lpstr>
      <vt:lpstr>The Problem: Distributed Transactions</vt:lpstr>
      <vt:lpstr>Saga Pattern: Distributed Transaction Management</vt:lpstr>
      <vt:lpstr>Saga Pattern: Choreography vs Orchestration</vt:lpstr>
      <vt:lpstr>Saga Pattern: Order Processing Flow</vt:lpstr>
      <vt:lpstr>Circuit Breaker Pattern: Preventing Cascades</vt:lpstr>
      <vt:lpstr>Circuit Breaker: State Transitions</vt:lpstr>
      <vt:lpstr>API Gateway Pattern: Single Entry Point</vt:lpstr>
      <vt:lpstr>Communication Patterns: Two Fundamental Approaches </vt:lpstr>
      <vt:lpstr>Messaging Patterns: Request-Reply vs Pub-Sub </vt:lpstr>
      <vt:lpstr>Pub-Sub: Real-World Example</vt:lpstr>
      <vt:lpstr>Choosing the Right Pattern</vt:lpstr>
      <vt:lpstr>Common Mistakes to Avoid</vt:lpstr>
      <vt:lpstr>Module 7  - Microservice</vt:lpstr>
      <vt:lpstr>Learning Objectives</vt:lpstr>
      <vt:lpstr>The Evolution: From Monolith to Microservices</vt:lpstr>
      <vt:lpstr>What Are Microservices?</vt:lpstr>
      <vt:lpstr>SOA vs Microservice</vt:lpstr>
      <vt:lpstr>Why Adopt Microservices?</vt:lpstr>
      <vt:lpstr>Core Microservices Principles</vt:lpstr>
      <vt:lpstr>Domain-Driven Design: Decomposition Strategy</vt:lpstr>
      <vt:lpstr>How to Decompose a Monolith</vt:lpstr>
      <vt:lpstr>Microservices in Action: Complete Architecture</vt:lpstr>
      <vt:lpstr>Database-Per-Service Pattern</vt:lpstr>
      <vt:lpstr>DevOps: The Cultural Shift</vt:lpstr>
      <vt:lpstr>Scaling: Independent Service Growth</vt:lpstr>
      <vt:lpstr>When NOT to Use Microservices</vt:lpstr>
      <vt:lpstr>Module 7  - Security &amp; Governance</vt:lpstr>
      <vt:lpstr>Learning Objectives</vt:lpstr>
      <vt:lpstr>The Security Challenge</vt:lpstr>
      <vt:lpstr>Core Security Principles</vt:lpstr>
      <vt:lpstr>Authentication vs Authorization</vt:lpstr>
      <vt:lpstr>API Gateway: First Line of Defense</vt:lpstr>
      <vt:lpstr>OAuth 2.0: Industry Standard</vt:lpstr>
      <vt:lpstr>OAuth 2.0: The Flow</vt:lpstr>
      <vt:lpstr>JWT: Token-Based Authentication</vt:lpstr>
      <vt:lpstr>JWT: Pros &amp; Cons</vt:lpstr>
      <vt:lpstr>Service-to-Service Security</vt:lpstr>
      <vt:lpstr>What is a Microservice Certificate?</vt:lpstr>
      <vt:lpstr>Zero Trust: Never Trust by Default</vt:lpstr>
      <vt:lpstr>Data Security: In Transit &amp; At Rest</vt:lpstr>
      <vt:lpstr>Secret Management: API Keys &amp; Credentials</vt:lpstr>
      <vt:lpstr>API Governance: Practical Standards</vt:lpstr>
      <vt:lpstr>Service Registry: Governance Enabler</vt:lpstr>
      <vt:lpstr>Governance Models: Centralized vs Federated</vt:lpstr>
      <vt:lpstr>Security Pitfalls to Avoid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Eyasu Ashebier</dc:creator>
  <cp:lastModifiedBy>Eyasu Ashebier</cp:lastModifiedBy>
  <cp:revision>30</cp:revision>
  <dcterms:created xsi:type="dcterms:W3CDTF">2025-09-20T20:53:07Z</dcterms:created>
  <dcterms:modified xsi:type="dcterms:W3CDTF">2026-01-01T20:56:57Z</dcterms:modified>
</cp:coreProperties>
</file>